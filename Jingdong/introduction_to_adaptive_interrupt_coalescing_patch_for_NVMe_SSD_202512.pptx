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98" r:id="rId5"/>
    <p:sldId id="2147476006" r:id="rId6"/>
    <p:sldId id="2147476005" r:id="rId7"/>
    <p:sldId id="2147476029" r:id="rId8"/>
    <p:sldId id="2147476012" r:id="rId9"/>
    <p:sldId id="2147476034" r:id="rId10"/>
    <p:sldId id="2147476032" r:id="rId11"/>
    <p:sldId id="2147476009" r:id="rId12"/>
    <p:sldId id="2147476035" r:id="rId13"/>
    <p:sldId id="2147476033" r:id="rId14"/>
    <p:sldId id="2147476036" r:id="rId15"/>
    <p:sldId id="21474759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35C922-EF92-3BDA-25E7-C1F1F418C3D1}" name="Basavaraj, Dheeraj" initials="BD" userId="S::dheeraj.basavaraj@intel.com::45b5da0b-d40d-4e7e-b34e-f261a1339343" providerId="AD"/>
  <p188:author id="{D5BE123C-2CA1-10AC-7FAF-0E8C4AF09840}" name="Arias Chinchilla, Abraham" initials="ACA" userId="S::abraham.arias.chinchilla@intel.com::da9715bc-f12b-46f5-b7b6-52ba6593e396" providerId="AD"/>
  <p188:author id="{9E973DA3-6B26-50E9-52B6-138D3257BC7B}" name="Zhu, Vivian" initials="VZ" userId="S::vivian.zhu@intel.com::632514be-92e9-4d20-8641-8dbf371994a3" providerId="AD"/>
  <p188:author id="{C7A868B7-6D14-C593-3AAE-11619CA3238C}" name="Fang, Liang A" initials="" userId="S::liang.a.fang@intel.com::6272a993-9b20-4827-820c-3df75b08a4a0" providerId="AD"/>
  <p188:author id="{36D753B9-25BA-DD97-F582-1EB358316228}" name="Ganesh, Priyanka" initials="GP" userId="S::priyanka.ganesh@intel.com::037e4b93-106a-4797-a721-1e34f21a3de2" providerId="AD"/>
  <p188:author id="{9D1826DE-7DE2-7198-13A6-1D485E71D8DE}" name="Patel, Mihir" initials="PM" userId="S::mihir.patel@intel.com::eefebcbd-a81d-40b6-98a7-46e0e9dd5ddc" providerId="AD"/>
  <p188:author id="{5FBFF9E8-68B2-0AC7-FFF9-A7F51FE1BC73}" name="Hu, Fenghua" initials="FH" userId="S::fenghua.hu@intel.com::03c0fdc7-f4c6-498d-bbfb-0925951722e4" providerId="AD"/>
  <p188:author id="{080160F5-DCCC-0DAD-5632-59AE051642BC}" name="Hemantha Raju, Nisha" initials="HRN" userId="S::nisha.hemantha.raju@intel.com::4683ae20-d7d2-4d6b-a00e-bebf6dac59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ng, Jun1" userId="4677239c-c893-487b-b6e0-1aaf8c4da7ca" providerId="ADAL" clId="{54D10F68-472A-47B4-9BF6-87D70BD9DFE1}"/>
    <pc:docChg chg="custSel addSld modSld">
      <pc:chgData name="Zeng, Jun1" userId="4677239c-c893-487b-b6e0-1aaf8c4da7ca" providerId="ADAL" clId="{54D10F68-472A-47B4-9BF6-87D70BD9DFE1}" dt="2025-10-17T00:33:16.928" v="15" actId="1076"/>
      <pc:docMkLst>
        <pc:docMk/>
      </pc:docMkLst>
      <pc:sldChg chg="addSp delSp modSp new mod">
        <pc:chgData name="Zeng, Jun1" userId="4677239c-c893-487b-b6e0-1aaf8c4da7ca" providerId="ADAL" clId="{54D10F68-472A-47B4-9BF6-87D70BD9DFE1}" dt="2025-10-17T00:33:16.928" v="15" actId="1076"/>
        <pc:sldMkLst>
          <pc:docMk/>
          <pc:sldMk cId="2923089105" sldId="2147476036"/>
        </pc:sldMkLst>
      </pc:sldChg>
    </pc:docChg>
  </pc:docChgLst>
  <pc:docChgLst>
    <pc:chgData name="Liu, Guanguan" userId="2fe5c851-e1da-47a0-8e03-2df59519c110" providerId="ADAL" clId="{C9617DDD-D4AB-4C2A-9CF2-E7CDFB2388ED}"/>
    <pc:docChg chg="modSld">
      <pc:chgData name="Liu, Guanguan" userId="2fe5c851-e1da-47a0-8e03-2df59519c110" providerId="ADAL" clId="{C9617DDD-D4AB-4C2A-9CF2-E7CDFB2388ED}" dt="2025-11-12T11:17:39.748" v="9"/>
      <pc:docMkLst>
        <pc:docMk/>
      </pc:docMkLst>
      <pc:sldChg chg="addSp modSp">
        <pc:chgData name="Liu, Guanguan" userId="2fe5c851-e1da-47a0-8e03-2df59519c110" providerId="ADAL" clId="{C9617DDD-D4AB-4C2A-9CF2-E7CDFB2388ED}" dt="2025-11-12T11:17:32.794" v="6"/>
        <pc:sldMkLst>
          <pc:docMk/>
          <pc:sldMk cId="3581465606" sldId="2147476005"/>
        </pc:sldMkLst>
      </pc:sldChg>
      <pc:sldChg chg="addSp modSp">
        <pc:chgData name="Liu, Guanguan" userId="2fe5c851-e1da-47a0-8e03-2df59519c110" providerId="ADAL" clId="{C9617DDD-D4AB-4C2A-9CF2-E7CDFB2388ED}" dt="2025-11-12T11:17:31.032" v="5"/>
        <pc:sldMkLst>
          <pc:docMk/>
          <pc:sldMk cId="3765648230" sldId="2147476006"/>
        </pc:sldMkLst>
      </pc:sldChg>
      <pc:sldChg chg="addSp modSp">
        <pc:chgData name="Liu, Guanguan" userId="2fe5c851-e1da-47a0-8e03-2df59519c110" providerId="ADAL" clId="{C9617DDD-D4AB-4C2A-9CF2-E7CDFB2388ED}" dt="2025-11-12T11:17:23.935" v="3"/>
        <pc:sldMkLst>
          <pc:docMk/>
          <pc:sldMk cId="4072134154" sldId="2147476009"/>
        </pc:sldMkLst>
      </pc:sldChg>
      <pc:sldChg chg="addSp modSp">
        <pc:chgData name="Liu, Guanguan" userId="2fe5c851-e1da-47a0-8e03-2df59519c110" providerId="ADAL" clId="{C9617DDD-D4AB-4C2A-9CF2-E7CDFB2388ED}" dt="2025-11-12T11:17:37.835" v="8"/>
        <pc:sldMkLst>
          <pc:docMk/>
          <pc:sldMk cId="3043616261" sldId="2147476012"/>
        </pc:sldMkLst>
      </pc:sldChg>
      <pc:sldChg chg="addSp modSp">
        <pc:chgData name="Liu, Guanguan" userId="2fe5c851-e1da-47a0-8e03-2df59519c110" providerId="ADAL" clId="{C9617DDD-D4AB-4C2A-9CF2-E7CDFB2388ED}" dt="2025-11-12T11:17:34.637" v="7"/>
        <pc:sldMkLst>
          <pc:docMk/>
          <pc:sldMk cId="1853257416" sldId="2147476029"/>
        </pc:sldMkLst>
      </pc:sldChg>
      <pc:sldChg chg="addSp modSp">
        <pc:chgData name="Liu, Guanguan" userId="2fe5c851-e1da-47a0-8e03-2df59519c110" providerId="ADAL" clId="{C9617DDD-D4AB-4C2A-9CF2-E7CDFB2388ED}" dt="2025-11-12T11:17:26.203" v="4"/>
        <pc:sldMkLst>
          <pc:docMk/>
          <pc:sldMk cId="759632344" sldId="2147476032"/>
        </pc:sldMkLst>
      </pc:sldChg>
      <pc:sldChg chg="addSp modSp">
        <pc:chgData name="Liu, Guanguan" userId="2fe5c851-e1da-47a0-8e03-2df59519c110" providerId="ADAL" clId="{C9617DDD-D4AB-4C2A-9CF2-E7CDFB2388ED}" dt="2025-11-12T11:17:19.946" v="1"/>
        <pc:sldMkLst>
          <pc:docMk/>
          <pc:sldMk cId="331037518" sldId="2147476033"/>
        </pc:sldMkLst>
      </pc:sldChg>
      <pc:sldChg chg="addSp modSp">
        <pc:chgData name="Liu, Guanguan" userId="2fe5c851-e1da-47a0-8e03-2df59519c110" providerId="ADAL" clId="{C9617DDD-D4AB-4C2A-9CF2-E7CDFB2388ED}" dt="2025-11-12T11:17:39.748" v="9"/>
        <pc:sldMkLst>
          <pc:docMk/>
          <pc:sldMk cId="2638020343" sldId="2147476034"/>
        </pc:sldMkLst>
      </pc:sldChg>
      <pc:sldChg chg="addSp modSp">
        <pc:chgData name="Liu, Guanguan" userId="2fe5c851-e1da-47a0-8e03-2df59519c110" providerId="ADAL" clId="{C9617DDD-D4AB-4C2A-9CF2-E7CDFB2388ED}" dt="2025-11-12T11:17:21.853" v="2"/>
        <pc:sldMkLst>
          <pc:docMk/>
          <pc:sldMk cId="4044331611" sldId="2147476035"/>
        </pc:sldMkLst>
      </pc:sldChg>
      <pc:sldChg chg="addSp modSp">
        <pc:chgData name="Liu, Guanguan" userId="2fe5c851-e1da-47a0-8e03-2df59519c110" providerId="ADAL" clId="{C9617DDD-D4AB-4C2A-9CF2-E7CDFB2388ED}" dt="2025-11-12T11:17:17.693" v="0"/>
        <pc:sldMkLst>
          <pc:docMk/>
          <pc:sldMk cId="3491628403" sldId="2147476036"/>
        </pc:sldMkLst>
      </pc:sldChg>
    </pc:docChg>
  </pc:docChgLst>
  <pc:docChgLst>
    <pc:chgData name="Cao, Gang" userId="047c8303-3db6-443b-aa5b-e9d1a58dda9e" providerId="ADAL" clId="{FD1C52C1-9247-4986-9B4D-415CE92BB143}"/>
    <pc:docChg chg="modSld">
      <pc:chgData name="Cao, Gang" userId="047c8303-3db6-443b-aa5b-e9d1a58dda9e" providerId="ADAL" clId="{FD1C52C1-9247-4986-9B4D-415CE92BB143}" dt="2025-11-26T04:53:21.489" v="78" actId="207"/>
      <pc:docMkLst>
        <pc:docMk/>
      </pc:docMkLst>
      <pc:sldChg chg="addSp modSp mod">
        <pc:chgData name="Cao, Gang" userId="047c8303-3db6-443b-aa5b-e9d1a58dda9e" providerId="ADAL" clId="{FD1C52C1-9247-4986-9B4D-415CE92BB143}" dt="2025-11-26T04:53:21.489" v="78" actId="207"/>
        <pc:sldMkLst>
          <pc:docMk/>
          <pc:sldMk cId="3043616261" sldId="2147476012"/>
        </pc:sldMkLst>
        <pc:spChg chg="add mod">
          <ac:chgData name="Cao, Gang" userId="047c8303-3db6-443b-aa5b-e9d1a58dda9e" providerId="ADAL" clId="{FD1C52C1-9247-4986-9B4D-415CE92BB143}" dt="2025-11-26T04:53:17.825" v="77" actId="207"/>
          <ac:spMkLst>
            <pc:docMk/>
            <pc:sldMk cId="3043616261" sldId="2147476012"/>
            <ac:spMk id="2" creationId="{DF4E18BE-0E38-DE8D-16FE-0F2786AFF014}"/>
          </ac:spMkLst>
        </pc:spChg>
        <pc:spChg chg="mod">
          <ac:chgData name="Cao, Gang" userId="047c8303-3db6-443b-aa5b-e9d1a58dda9e" providerId="ADAL" clId="{FD1C52C1-9247-4986-9B4D-415CE92BB143}" dt="2025-11-26T04:53:21.489" v="78" actId="207"/>
          <ac:spMkLst>
            <pc:docMk/>
            <pc:sldMk cId="3043616261" sldId="2147476012"/>
            <ac:spMk id="25" creationId="{FFB1FDF2-4D93-6AA3-0AEB-1DF76C41DA3F}"/>
          </ac:spMkLst>
        </pc:spChg>
      </pc:sldChg>
    </pc:docChg>
  </pc:docChgLst>
  <pc:docChgLst>
    <pc:chgData name="Zeng, Jun1" userId="4677239c-c893-487b-b6e0-1aaf8c4da7ca" providerId="ADAL" clId="{5ABD6698-5FB6-46DA-8E30-48DA5B7E4A3F}"/>
    <pc:docChg chg="undo custSel addSld delSld modSld">
      <pc:chgData name="Zeng, Jun1" userId="4677239c-c893-487b-b6e0-1aaf8c4da7ca" providerId="ADAL" clId="{5ABD6698-5FB6-46DA-8E30-48DA5B7E4A3F}" dt="2025-12-16T06:40:57.780" v="4984" actId="20577"/>
      <pc:docMkLst>
        <pc:docMk/>
      </pc:docMkLst>
      <pc:sldChg chg="modSp mod">
        <pc:chgData name="Zeng, Jun1" userId="4677239c-c893-487b-b6e0-1aaf8c4da7ca" providerId="ADAL" clId="{5ABD6698-5FB6-46DA-8E30-48DA5B7E4A3F}" dt="2025-12-16T06:40:57.780" v="4984" actId="20577"/>
        <pc:sldMkLst>
          <pc:docMk/>
          <pc:sldMk cId="1341448248" sldId="298"/>
        </pc:sldMkLst>
        <pc:spChg chg="mod">
          <ac:chgData name="Zeng, Jun1" userId="4677239c-c893-487b-b6e0-1aaf8c4da7ca" providerId="ADAL" clId="{5ABD6698-5FB6-46DA-8E30-48DA5B7E4A3F}" dt="2025-12-16T06:40:57.780" v="4984" actId="20577"/>
          <ac:spMkLst>
            <pc:docMk/>
            <pc:sldMk cId="1341448248" sldId="298"/>
            <ac:spMk id="4" creationId="{00000000-0000-0000-0000-000000000000}"/>
          </ac:spMkLst>
        </pc:spChg>
      </pc:sldChg>
      <pc:sldChg chg="delSp mod">
        <pc:chgData name="Zeng, Jun1" userId="4677239c-c893-487b-b6e0-1aaf8c4da7ca" providerId="ADAL" clId="{5ABD6698-5FB6-46DA-8E30-48DA5B7E4A3F}" dt="2025-11-26T03:26:45.679" v="4238" actId="478"/>
        <pc:sldMkLst>
          <pc:docMk/>
          <pc:sldMk cId="3581465606" sldId="2147476005"/>
        </pc:sldMkLst>
      </pc:sldChg>
      <pc:sldChg chg="delSp modSp mod">
        <pc:chgData name="Zeng, Jun1" userId="4677239c-c893-487b-b6e0-1aaf8c4da7ca" providerId="ADAL" clId="{5ABD6698-5FB6-46DA-8E30-48DA5B7E4A3F}" dt="2025-11-26T03:27:59.061" v="4247" actId="20577"/>
        <pc:sldMkLst>
          <pc:docMk/>
          <pc:sldMk cId="3765648230" sldId="2147476006"/>
        </pc:sldMkLst>
        <pc:spChg chg="mod">
          <ac:chgData name="Zeng, Jun1" userId="4677239c-c893-487b-b6e0-1aaf8c4da7ca" providerId="ADAL" clId="{5ABD6698-5FB6-46DA-8E30-48DA5B7E4A3F}" dt="2025-11-26T03:27:59.061" v="4247" actId="20577"/>
          <ac:spMkLst>
            <pc:docMk/>
            <pc:sldMk cId="3765648230" sldId="2147476006"/>
            <ac:spMk id="47" creationId="{89200912-E7C0-3F5B-BE28-63A7EA918987}"/>
          </ac:spMkLst>
        </pc:spChg>
      </pc:sldChg>
      <pc:sldChg chg="delSp modSp mod">
        <pc:chgData name="Zeng, Jun1" userId="4677239c-c893-487b-b6e0-1aaf8c4da7ca" providerId="ADAL" clId="{5ABD6698-5FB6-46DA-8E30-48DA5B7E4A3F}" dt="2025-12-16T06:06:12.260" v="4981" actId="20577"/>
        <pc:sldMkLst>
          <pc:docMk/>
          <pc:sldMk cId="4072134154" sldId="2147476009"/>
        </pc:sldMkLst>
        <pc:graphicFrameChg chg="mod modGraphic">
          <ac:chgData name="Zeng, Jun1" userId="4677239c-c893-487b-b6e0-1aaf8c4da7ca" providerId="ADAL" clId="{5ABD6698-5FB6-46DA-8E30-48DA5B7E4A3F}" dt="2025-12-16T06:06:12.260" v="4981" actId="20577"/>
          <ac:graphicFrameMkLst>
            <pc:docMk/>
            <pc:sldMk cId="4072134154" sldId="2147476009"/>
            <ac:graphicFrameMk id="4" creationId="{5D4CE436-C213-6349-8B9A-343E2D2C4A69}"/>
          </ac:graphicFrameMkLst>
        </pc:graphicFrameChg>
      </pc:sldChg>
      <pc:sldChg chg="delSp mod">
        <pc:chgData name="Zeng, Jun1" userId="4677239c-c893-487b-b6e0-1aaf8c4da7ca" providerId="ADAL" clId="{5ABD6698-5FB6-46DA-8E30-48DA5B7E4A3F}" dt="2025-11-26T03:26:52.188" v="4240" actId="478"/>
        <pc:sldMkLst>
          <pc:docMk/>
          <pc:sldMk cId="3043616261" sldId="2147476012"/>
        </pc:sldMkLst>
      </pc:sldChg>
      <pc:sldChg chg="delSp modSp mod">
        <pc:chgData name="Zeng, Jun1" userId="4677239c-c893-487b-b6e0-1aaf8c4da7ca" providerId="ADAL" clId="{5ABD6698-5FB6-46DA-8E30-48DA5B7E4A3F}" dt="2025-11-26T03:26:48.659" v="4239" actId="478"/>
        <pc:sldMkLst>
          <pc:docMk/>
          <pc:sldMk cId="1853257416" sldId="2147476029"/>
        </pc:sldMkLst>
        <pc:spChg chg="mod">
          <ac:chgData name="Zeng, Jun1" userId="4677239c-c893-487b-b6e0-1aaf8c4da7ca" providerId="ADAL" clId="{5ABD6698-5FB6-46DA-8E30-48DA5B7E4A3F}" dt="2025-11-26T00:32:24.800" v="1198" actId="20577"/>
          <ac:spMkLst>
            <pc:docMk/>
            <pc:sldMk cId="1853257416" sldId="2147476029"/>
            <ac:spMk id="128" creationId="{7F6A8169-5A1E-016A-B27A-57FC9D98C866}"/>
          </ac:spMkLst>
        </pc:spChg>
      </pc:sldChg>
      <pc:sldChg chg="addSp delSp modSp mod">
        <pc:chgData name="Zeng, Jun1" userId="4677239c-c893-487b-b6e0-1aaf8c4da7ca" providerId="ADAL" clId="{5ABD6698-5FB6-46DA-8E30-48DA5B7E4A3F}" dt="2025-11-26T03:27:02.193" v="4242" actId="478"/>
        <pc:sldMkLst>
          <pc:docMk/>
          <pc:sldMk cId="759632344" sldId="2147476032"/>
        </pc:sldMkLst>
        <pc:picChg chg="add mod">
          <ac:chgData name="Zeng, Jun1" userId="4677239c-c893-487b-b6e0-1aaf8c4da7ca" providerId="ADAL" clId="{5ABD6698-5FB6-46DA-8E30-48DA5B7E4A3F}" dt="2025-11-26T00:48:47.331" v="2504" actId="1076"/>
          <ac:picMkLst>
            <pc:docMk/>
            <pc:sldMk cId="759632344" sldId="2147476032"/>
            <ac:picMk id="5" creationId="{F9886F30-A8AE-4473-6D60-4FCCD4746918}"/>
          </ac:picMkLst>
        </pc:picChg>
      </pc:sldChg>
      <pc:sldChg chg="delSp modSp add del mod">
        <pc:chgData name="Zeng, Jun1" userId="4677239c-c893-487b-b6e0-1aaf8c4da7ca" providerId="ADAL" clId="{5ABD6698-5FB6-46DA-8E30-48DA5B7E4A3F}" dt="2025-11-26T03:36:31.815" v="4389" actId="207"/>
        <pc:sldMkLst>
          <pc:docMk/>
          <pc:sldMk cId="331037518" sldId="2147476033"/>
        </pc:sldMkLst>
        <pc:spChg chg="mod">
          <ac:chgData name="Zeng, Jun1" userId="4677239c-c893-487b-b6e0-1aaf8c4da7ca" providerId="ADAL" clId="{5ABD6698-5FB6-46DA-8E30-48DA5B7E4A3F}" dt="2025-11-26T03:36:31.815" v="4389" actId="207"/>
          <ac:spMkLst>
            <pc:docMk/>
            <pc:sldMk cId="331037518" sldId="2147476033"/>
            <ac:spMk id="14" creationId="{7FD423DC-F15A-D033-06DF-A5482AA38BEE}"/>
          </ac:spMkLst>
        </pc:spChg>
      </pc:sldChg>
      <pc:sldChg chg="delSp modSp mod">
        <pc:chgData name="Zeng, Jun1" userId="4677239c-c893-487b-b6e0-1aaf8c4da7ca" providerId="ADAL" clId="{5ABD6698-5FB6-46DA-8E30-48DA5B7E4A3F}" dt="2025-11-26T03:33:20.916" v="4377" actId="20577"/>
        <pc:sldMkLst>
          <pc:docMk/>
          <pc:sldMk cId="2638020343" sldId="2147476034"/>
        </pc:sldMkLst>
        <pc:spChg chg="mod">
          <ac:chgData name="Zeng, Jun1" userId="4677239c-c893-487b-b6e0-1aaf8c4da7ca" providerId="ADAL" clId="{5ABD6698-5FB6-46DA-8E30-48DA5B7E4A3F}" dt="2025-11-26T03:28:19.923" v="4259" actId="20577"/>
          <ac:spMkLst>
            <pc:docMk/>
            <pc:sldMk cId="2638020343" sldId="2147476034"/>
            <ac:spMk id="2" creationId="{1EF9A050-5ED3-1C8B-17EC-979C3A7E45E6}"/>
          </ac:spMkLst>
        </pc:spChg>
        <pc:spChg chg="mod">
          <ac:chgData name="Zeng, Jun1" userId="4677239c-c893-487b-b6e0-1aaf8c4da7ca" providerId="ADAL" clId="{5ABD6698-5FB6-46DA-8E30-48DA5B7E4A3F}" dt="2025-11-26T03:33:20.916" v="4377" actId="20577"/>
          <ac:spMkLst>
            <pc:docMk/>
            <pc:sldMk cId="2638020343" sldId="2147476034"/>
            <ac:spMk id="3" creationId="{50193CC9-91BE-2B9C-B3CE-DF463BD83FFD}"/>
          </ac:spMkLst>
        </pc:spChg>
      </pc:sldChg>
      <pc:sldChg chg="addSp delSp modSp mod">
        <pc:chgData name="Zeng, Jun1" userId="4677239c-c893-487b-b6e0-1aaf8c4da7ca" providerId="ADAL" clId="{5ABD6698-5FB6-46DA-8E30-48DA5B7E4A3F}" dt="2025-11-27T02:44:42.608" v="4897" actId="20577"/>
        <pc:sldMkLst>
          <pc:docMk/>
          <pc:sldMk cId="4044331611" sldId="2147476035"/>
        </pc:sldMkLst>
        <pc:graphicFrameChg chg="mod modGraphic">
          <ac:chgData name="Zeng, Jun1" userId="4677239c-c893-487b-b6e0-1aaf8c4da7ca" providerId="ADAL" clId="{5ABD6698-5FB6-46DA-8E30-48DA5B7E4A3F}" dt="2025-11-27T02:31:15.248" v="4402" actId="207"/>
          <ac:graphicFrameMkLst>
            <pc:docMk/>
            <pc:sldMk cId="4044331611" sldId="2147476035"/>
            <ac:graphicFrameMk id="4" creationId="{491A6FB6-1CCC-BDA1-E42D-54031D1C151C}"/>
          </ac:graphicFrameMkLst>
        </pc:graphicFrameChg>
        <pc:graphicFrameChg chg="mod modGraphic">
          <ac:chgData name="Zeng, Jun1" userId="4677239c-c893-487b-b6e0-1aaf8c4da7ca" providerId="ADAL" clId="{5ABD6698-5FB6-46DA-8E30-48DA5B7E4A3F}" dt="2025-11-27T02:42:21.891" v="4675" actId="20577"/>
          <ac:graphicFrameMkLst>
            <pc:docMk/>
            <pc:sldMk cId="4044331611" sldId="2147476035"/>
            <ac:graphicFrameMk id="5" creationId="{AC251140-AA0D-6500-EEC5-2B203C2B0401}"/>
          </ac:graphicFrameMkLst>
        </pc:graphicFrameChg>
        <pc:graphicFrameChg chg="modGraphic">
          <ac:chgData name="Zeng, Jun1" userId="4677239c-c893-487b-b6e0-1aaf8c4da7ca" providerId="ADAL" clId="{5ABD6698-5FB6-46DA-8E30-48DA5B7E4A3F}" dt="2025-11-27T02:43:58.144" v="4802" actId="14734"/>
          <ac:graphicFrameMkLst>
            <pc:docMk/>
            <pc:sldMk cId="4044331611" sldId="2147476035"/>
            <ac:graphicFrameMk id="6" creationId="{EEE484A7-F766-1A4D-F5E5-B390C1B049C4}"/>
          </ac:graphicFrameMkLst>
        </pc:graphicFrameChg>
        <pc:graphicFrameChg chg="mod modGraphic">
          <ac:chgData name="Zeng, Jun1" userId="4677239c-c893-487b-b6e0-1aaf8c4da7ca" providerId="ADAL" clId="{5ABD6698-5FB6-46DA-8E30-48DA5B7E4A3F}" dt="2025-11-27T02:44:42.608" v="4897" actId="20577"/>
          <ac:graphicFrameMkLst>
            <pc:docMk/>
            <pc:sldMk cId="4044331611" sldId="2147476035"/>
            <ac:graphicFrameMk id="7" creationId="{80153E5F-82C7-47B1-8958-FDB9D7082752}"/>
          </ac:graphicFrameMkLst>
        </pc:graphicFrameChg>
      </pc:sldChg>
      <pc:sldChg chg="delSp del mod">
        <pc:chgData name="Zeng, Jun1" userId="4677239c-c893-487b-b6e0-1aaf8c4da7ca" providerId="ADAL" clId="{5ABD6698-5FB6-46DA-8E30-48DA5B7E4A3F}" dt="2025-11-06T08:14:10.487" v="1" actId="47"/>
        <pc:sldMkLst>
          <pc:docMk/>
          <pc:sldMk cId="2923089105" sldId="2147476036"/>
        </pc:sldMkLst>
      </pc:sldChg>
      <pc:sldChg chg="delSp modSp add mod">
        <pc:chgData name="Zeng, Jun1" userId="4677239c-c893-487b-b6e0-1aaf8c4da7ca" providerId="ADAL" clId="{5ABD6698-5FB6-46DA-8E30-48DA5B7E4A3F}" dt="2025-11-26T03:37:16.878" v="4390" actId="20577"/>
        <pc:sldMkLst>
          <pc:docMk/>
          <pc:sldMk cId="3491628403" sldId="2147476036"/>
        </pc:sldMkLst>
        <pc:spChg chg="mod">
          <ac:chgData name="Zeng, Jun1" userId="4677239c-c893-487b-b6e0-1aaf8c4da7ca" providerId="ADAL" clId="{5ABD6698-5FB6-46DA-8E30-48DA5B7E4A3F}" dt="2025-11-26T03:37:16.878" v="4390" actId="20577"/>
          <ac:spMkLst>
            <pc:docMk/>
            <pc:sldMk cId="3491628403" sldId="2147476036"/>
            <ac:spMk id="10" creationId="{B35BE315-8B06-811D-8FC4-573386D2A2B2}"/>
          </ac:spMkLst>
        </pc:spChg>
        <pc:spChg chg="mod">
          <ac:chgData name="Zeng, Jun1" userId="4677239c-c893-487b-b6e0-1aaf8c4da7ca" providerId="ADAL" clId="{5ABD6698-5FB6-46DA-8E30-48DA5B7E4A3F}" dt="2025-11-26T02:34:05.923" v="4236" actId="20577"/>
          <ac:spMkLst>
            <pc:docMk/>
            <pc:sldMk cId="3491628403" sldId="2147476036"/>
            <ac:spMk id="14" creationId="{A9BCADC9-3C48-C584-3C0A-873B8FDFBD4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4683D-3147-4951-B759-5CF7C29269A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7E861-80C0-4ED6-A099-E77F1211F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C8689-8455-3546-ADF9-3B7273760F66}" type="slidenum"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l" defTabSz="1219169" rtl="0" eaLnBrk="1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2483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7E861-80C0-4ED6-A099-E77F1211F3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2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2789123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192087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222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13944" y="1301979"/>
            <a:ext cx="11637264" cy="49757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85157-62B7-AADE-E4B0-82924637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004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4325" y="304800"/>
            <a:ext cx="11649075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14325" y="1301927"/>
            <a:ext cx="5657850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308163" y="1301927"/>
            <a:ext cx="5657850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41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5338" y="306324"/>
            <a:ext cx="11724262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 b="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16764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5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96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5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3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8902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6564"/>
            <a:ext cx="260774" cy="498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11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773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Radial Gradi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74712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133" b="0" i="0" baseline="0">
                <a:solidFill>
                  <a:srgbClr val="F3D54E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Arial Subhead, Date, Etc.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05369" y="6554395"/>
            <a:ext cx="969817" cy="1108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Arial"/>
              </a:rPr>
              <a:t>Data Products Group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2"/>
            <a:ext cx="1664065" cy="110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584449" y="3372523"/>
            <a:ext cx="10950515" cy="1336387"/>
          </a:xfrm>
        </p:spPr>
        <p:txBody>
          <a:bodyPr lIns="0" rIns="0" anchor="b" anchorCtr="0">
            <a:noAutofit/>
          </a:bodyPr>
          <a:lstStyle>
            <a:lvl1pPr>
              <a:lnSpc>
                <a:spcPts val="7333"/>
              </a:lnSpc>
              <a:spcBef>
                <a:spcPts val="3200"/>
              </a:spcBef>
              <a:defRPr sz="6667" b="0" spc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50pt Arial Title</a:t>
            </a:r>
            <a:br>
              <a:rPr lang="en-US"/>
            </a:br>
            <a:r>
              <a:rPr lang="en-US"/>
              <a:t>with Radial Gradient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0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55600" y="132395"/>
            <a:ext cx="11633200" cy="1158240"/>
          </a:xfrm>
        </p:spPr>
        <p:txBody>
          <a:bodyPr/>
          <a:lstStyle>
            <a:lvl1pPr>
              <a:defRPr sz="3733" b="0" i="0" baseline="0">
                <a:solidFill>
                  <a:schemeClr val="tx2"/>
                </a:solidFill>
                <a:latin typeface="Arial" panose="020B0604020202020204" pitchFamily="34" charset="0"/>
                <a:ea typeface="Intel Clear Pro" panose="020B0804020202060201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51841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0">
          <p15:clr>
            <a:srgbClr val="FBAE40"/>
          </p15:clr>
        </p15:guide>
        <p15:guide id="2" orient="horz" pos="636">
          <p15:clr>
            <a:srgbClr val="FBAE40"/>
          </p15:clr>
        </p15:guide>
        <p15:guide id="3" pos="5664">
          <p15:clr>
            <a:srgbClr val="FBAE40"/>
          </p15:clr>
        </p15:guide>
        <p15:guide id="4" orient="horz" pos="2916">
          <p15:clr>
            <a:srgbClr val="FBAE40"/>
          </p15:clr>
        </p15:guide>
        <p15:guide id="5" pos="1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316089" y="228600"/>
            <a:ext cx="11875911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28pt Arial Headline</a:t>
            </a:r>
          </a:p>
        </p:txBody>
      </p:sp>
    </p:spTree>
    <p:extLst>
      <p:ext uri="{BB962C8B-B14F-4D97-AF65-F5344CB8AC3E}">
        <p14:creationId xmlns:p14="http://schemas.microsoft.com/office/powerpoint/2010/main" val="263007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49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5333" b="0" cap="none" spc="0" baseline="0">
                <a:solidFill>
                  <a:schemeClr val="tx2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40pt Arial </a:t>
            </a:r>
            <a:br>
              <a:rPr lang="en-US"/>
            </a:br>
            <a:r>
              <a:rPr lang="en-US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3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2133" b="0" baseline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Arial Subhead</a:t>
            </a:r>
          </a:p>
        </p:txBody>
      </p:sp>
    </p:spTree>
    <p:extLst>
      <p:ext uri="{BB962C8B-B14F-4D97-AF65-F5344CB8AC3E}">
        <p14:creationId xmlns:p14="http://schemas.microsoft.com/office/powerpoint/2010/main" val="41457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780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77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8975" y="1304925"/>
            <a:ext cx="11653950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318976" y="306324"/>
            <a:ext cx="11653950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4A7428-982B-4467-ABC1-ABB1CC58A3F4}"/>
              </a:ext>
            </a:extLst>
          </p:cNvPr>
          <p:cNvGrpSpPr/>
          <p:nvPr userDrawn="1"/>
        </p:nvGrpSpPr>
        <p:grpSpPr>
          <a:xfrm>
            <a:off x="0" y="6586827"/>
            <a:ext cx="12187537" cy="287258"/>
            <a:chOff x="0" y="6586827"/>
            <a:chExt cx="12187537" cy="28725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0E488-8534-4743-924A-62CA17A7A192}"/>
                </a:ext>
              </a:extLst>
            </p:cNvPr>
            <p:cNvSpPr/>
            <p:nvPr userDrawn="1"/>
          </p:nvSpPr>
          <p:spPr>
            <a:xfrm>
              <a:off x="0" y="6586827"/>
              <a:ext cx="12187537" cy="2872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173038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schemeClr val="tx1"/>
                  </a:solidFill>
                </a:rPr>
                <a:t>DCAI China	</a:t>
              </a:r>
              <a:r>
                <a:rPr lang="en-US" sz="1100">
                  <a:solidFill>
                    <a:schemeClr val="tx1"/>
                  </a:solidFill>
                </a:rPr>
                <a:t> 				</a:t>
              </a:r>
              <a:endParaRPr lang="en-US" sz="1100" b="1">
                <a:solidFill>
                  <a:schemeClr val="tx1"/>
                </a:solidFill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CACDBB0-BD96-446C-8F63-C56E4AA10F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276003" y="6641693"/>
              <a:ext cx="476084" cy="1775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ED2E11-BAF5-4555-BB1D-DF41C5DC38F7}"/>
              </a:ext>
            </a:extLst>
          </p:cNvPr>
          <p:cNvSpPr txBox="1"/>
          <p:nvPr userDrawn="1"/>
        </p:nvSpPr>
        <p:spPr>
          <a:xfrm>
            <a:off x="11883250" y="6645817"/>
            <a:ext cx="17312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9F00120-2BCC-4E75-886F-31F4D6B4FB61}" type="slidenum">
              <a:rPr kumimoji="0" lang="en-US" sz="11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‹#›</a:t>
            </a:fld>
            <a:endParaRPr kumimoji="0" lang="en-US" sz="11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824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3" r:id="rId11"/>
    <p:sldLayoutId id="2147483676" r:id="rId12"/>
    <p:sldLayoutId id="2147483682" r:id="rId13"/>
    <p:sldLayoutId id="214748368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bg2"/>
          </a:solidFill>
          <a:uFillTx/>
          <a:latin typeface="Intel Clear" panose="020B0604020203020204" pitchFamily="34" charset="0"/>
          <a:ea typeface="Intel Clear" panose="020B0604020203020204" pitchFamily="34" charset="0"/>
          <a:cs typeface="Intel Clear" panose="020B06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Wingdings" pitchFamily="2" charset="2"/>
        <a:buChar char="§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816">
          <p15:clr>
            <a:srgbClr val="F26B43"/>
          </p15:clr>
        </p15:guide>
        <p15:guide id="5" pos="192">
          <p15:clr>
            <a:srgbClr val="F26B43"/>
          </p15:clr>
        </p15:guide>
        <p15:guide id="6" pos="75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951186/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951186/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92518" y="1039013"/>
            <a:ext cx="10378839" cy="1780162"/>
          </a:xfrm>
        </p:spPr>
        <p:txBody>
          <a:bodyPr lIns="0" tIns="0" rIns="0" bIns="0" anchor="t">
            <a:noAutofit/>
          </a:bodyPr>
          <a:lstStyle/>
          <a:p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4250" dirty="0">
                <a:latin typeface="IntelOne Display AR Regular"/>
                <a:ea typeface="Intel Clear"/>
                <a:cs typeface="IntelOne Display AR Regular"/>
              </a:rPr>
              <a:t>Adaptive interrupt coalescing patch for </a:t>
            </a:r>
            <a:r>
              <a:rPr lang="en-US" sz="4250" dirty="0" err="1">
                <a:latin typeface="IntelOne Display AR Regular"/>
                <a:ea typeface="Intel Clear"/>
                <a:cs typeface="IntelOne Display AR Regular"/>
              </a:rPr>
              <a:t>NVM</a:t>
            </a:r>
            <a:r>
              <a:rPr lang="en-US" altLang="zh-CN" sz="4250" dirty="0" err="1">
                <a:latin typeface="IntelOne Display AR Regular"/>
                <a:ea typeface="Intel Clear"/>
                <a:cs typeface="IntelOne Display AR Regular"/>
              </a:rPr>
              <a:t>e</a:t>
            </a:r>
            <a:r>
              <a:rPr lang="en-US" sz="4250" dirty="0">
                <a:latin typeface="IntelOne Display AR Regular"/>
                <a:ea typeface="Intel Clear"/>
                <a:cs typeface="IntelOne Display AR Regular"/>
              </a:rPr>
              <a:t> SSD</a:t>
            </a: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2000" dirty="0">
                <a:latin typeface="IntelOne Display AR Regular"/>
                <a:ea typeface="Intel Clear"/>
                <a:cs typeface="IntelOne Display AR Regular"/>
              </a:rPr>
              <a:t>DCAI PRC Xeon SW Customer Engineering</a:t>
            </a:r>
            <a:r>
              <a:rPr lang="en-US" sz="2000">
                <a:latin typeface="IntelOne Display AR Regular"/>
                <a:ea typeface="Intel Clear"/>
                <a:cs typeface="IntelOne Display AR Regular"/>
              </a:rPr>
              <a:t>, Dec</a:t>
            </a:r>
            <a:br>
              <a:rPr lang="en-US" sz="200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2000" dirty="0">
                <a:latin typeface="IntelOne Display AR Regular"/>
                <a:ea typeface="Intel Clear"/>
                <a:cs typeface="IntelOne Display AR Regular"/>
              </a:rPr>
              <a:t>Zeng Jun; Fang Liang</a:t>
            </a: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endParaRPr lang="en-US" sz="3600" dirty="0">
              <a:solidFill>
                <a:srgbClr val="FFFFFF"/>
              </a:solidFill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144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C29A-E7A5-5420-BD39-8D8C5BEE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9200912-E7C0-3F5B-BE28-63A7EA918987}"/>
              </a:ext>
            </a:extLst>
          </p:cNvPr>
          <p:cNvSpPr txBox="1"/>
          <p:nvPr/>
        </p:nvSpPr>
        <p:spPr>
          <a:xfrm>
            <a:off x="313944" y="1301979"/>
            <a:ext cx="11637264" cy="497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lIns="0" tIns="0" rIns="0" bIns="0" anchor="t">
            <a:normAutofit fontScale="92500" lnSpcReduction="10000"/>
          </a:bodyPr>
          <a:lstStyle/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r>
              <a:rPr kumimoji="0" lang="en-US" altLang="zh-CN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Heavy small I/O stress on multiple </a:t>
            </a:r>
            <a:r>
              <a:rPr kumimoji="0" lang="en-US" altLang="zh-CN" sz="2400" normalizeH="0" err="1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NVMe</a:t>
            </a:r>
            <a:r>
              <a:rPr kumimoji="0" lang="en-US" altLang="zh-CN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 SSDs can trigger interrupt bursts, possibly up bounding IOPS of those </a:t>
            </a:r>
            <a:r>
              <a:rPr kumimoji="0" lang="en-US" altLang="zh-CN" sz="2400" normalizeH="0" err="1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NVMe</a:t>
            </a:r>
            <a:r>
              <a:rPr kumimoji="0" lang="en-US" altLang="zh-CN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 SSDs with high level of HW spec.</a:t>
            </a:r>
          </a:p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endParaRPr lang="en-US" sz="2400">
              <a:solidFill>
                <a:schemeClr val="bg2"/>
              </a:solidFill>
              <a:latin typeface="Intel Clear Light" panose="020B0404020203020204" pitchFamily="34" charset="0"/>
              <a:sym typeface="Helvetica"/>
            </a:endParaRPr>
          </a:p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r>
              <a:rPr kumimoji="0" lang="en-US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To solve interrupt burst:</a:t>
            </a: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en-US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If </a:t>
            </a:r>
            <a:r>
              <a:rPr lang="en-US" sz="2400">
                <a:solidFill>
                  <a:schemeClr val="bg2"/>
                </a:solidFill>
                <a:latin typeface="Intel Clear Light"/>
                <a:sym typeface="Helvetica"/>
              </a:rPr>
              <a:t>IOPS continuously larger than threshold (default 500k) and running io queues num equals to or larger than threshold (default 2) in certain </a:t>
            </a:r>
            <a:r>
              <a:rPr lang="en-US" altLang="zh-CN" sz="2400">
                <a:solidFill>
                  <a:schemeClr val="bg2"/>
                </a:solidFill>
                <a:latin typeface="Intel Clear Light"/>
                <a:sym typeface="Helvetica"/>
              </a:rPr>
              <a:t>period (default 6 cycle with each 1 seconds)</a:t>
            </a:r>
            <a:r>
              <a:rPr lang="en-US" sz="2400">
                <a:solidFill>
                  <a:schemeClr val="bg2"/>
                </a:solidFill>
                <a:latin typeface="Intel Clear Light"/>
                <a:sym typeface="Helvetica"/>
              </a:rPr>
              <a:t>,</a:t>
            </a:r>
            <a:r>
              <a:rPr kumimoji="0" lang="en-US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 automatically enable coalescing interrupt.</a:t>
            </a:r>
            <a:endParaRPr lang="en-US" sz="2400" normalizeH="0">
              <a:ln>
                <a:noFill/>
              </a:ln>
              <a:solidFill>
                <a:schemeClr val="bg2"/>
              </a:solidFill>
              <a:effectLst/>
              <a:latin typeface="Intel Clear Light"/>
            </a:endParaRP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en-US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If IOPS</a:t>
            </a:r>
            <a:r>
              <a:rPr lang="en-US" sz="2400">
                <a:solidFill>
                  <a:schemeClr val="bg2"/>
                </a:solidFill>
                <a:latin typeface="Intel Clear Light"/>
                <a:sym typeface="Helvetica"/>
              </a:rPr>
              <a:t> continuously less then threshold (default 500k) or running io queues num less than threshold (default 2) in certain period (</a:t>
            </a:r>
            <a:r>
              <a:rPr lang="en-US" altLang="zh-CN" sz="2400">
                <a:solidFill>
                  <a:schemeClr val="bg2"/>
                </a:solidFill>
                <a:latin typeface="Intel Clear Light"/>
                <a:sym typeface="Helvetica"/>
              </a:rPr>
              <a:t>default 6 cycle with each 1 seconds)</a:t>
            </a:r>
            <a:r>
              <a:rPr lang="en-US" sz="2400">
                <a:solidFill>
                  <a:schemeClr val="bg2"/>
                </a:solidFill>
                <a:latin typeface="Intel Clear Light"/>
                <a:sym typeface="Helvetica"/>
              </a:rPr>
              <a:t>, automatically</a:t>
            </a:r>
            <a:r>
              <a:rPr kumimoji="0" lang="en-US" sz="2400" normalizeH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 disable coalescing interrupt.</a:t>
            </a: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400">
              <a:solidFill>
                <a:schemeClr val="bg2"/>
              </a:solidFill>
              <a:latin typeface="Intel Clear Light"/>
            </a:endParaRPr>
          </a:p>
          <a:p>
            <a:pPr lvl="1" defTabSz="609600">
              <a:spcBef>
                <a:spcPts val="600"/>
              </a:spcBef>
            </a:pPr>
            <a:r>
              <a:rPr lang="en-US" sz="2400">
                <a:solidFill>
                  <a:schemeClr val="bg2"/>
                </a:solidFill>
                <a:latin typeface="Intel Clear Light"/>
              </a:rPr>
              <a:t>Note: 1. the check threshold 500k is a data get from experiment over multiple </a:t>
            </a:r>
            <a:r>
              <a:rPr lang="en-US" sz="2400" err="1">
                <a:solidFill>
                  <a:schemeClr val="bg2"/>
                </a:solidFill>
                <a:latin typeface="Intel Clear Light"/>
              </a:rPr>
              <a:t>NVMe</a:t>
            </a:r>
            <a:r>
              <a:rPr lang="en-US" sz="2400">
                <a:solidFill>
                  <a:schemeClr val="bg2"/>
                </a:solidFill>
                <a:latin typeface="Intel Clear Light"/>
              </a:rPr>
              <a:t> disks (UMIS/</a:t>
            </a:r>
            <a:r>
              <a:rPr lang="en-US" sz="2400" err="1">
                <a:solidFill>
                  <a:schemeClr val="bg2"/>
                </a:solidFill>
                <a:latin typeface="Intel Clear Light"/>
              </a:rPr>
              <a:t>Solidigm</a:t>
            </a:r>
            <a:r>
              <a:rPr lang="en-US" sz="2400">
                <a:solidFill>
                  <a:schemeClr val="bg2"/>
                </a:solidFill>
                <a:latin typeface="Intel Clear Light"/>
              </a:rPr>
              <a:t>/</a:t>
            </a:r>
            <a:r>
              <a:rPr lang="en-US" sz="2400" err="1">
                <a:solidFill>
                  <a:schemeClr val="bg2"/>
                </a:solidFill>
                <a:latin typeface="Intel Clear Light"/>
              </a:rPr>
              <a:t>Memblaze</a:t>
            </a:r>
            <a:r>
              <a:rPr lang="en-US" sz="2400">
                <a:solidFill>
                  <a:schemeClr val="bg2"/>
                </a:solidFill>
                <a:latin typeface="Intel Clear Light"/>
              </a:rPr>
              <a:t>/SAMSUNG/…). The threshold value</a:t>
            </a:r>
            <a:r>
              <a:rPr lang="en-US" altLang="zh-CN" sz="2400">
                <a:solidFill>
                  <a:schemeClr val="bg2"/>
                </a:solidFill>
                <a:latin typeface="Intel Clear Light"/>
              </a:rPr>
              <a:t>s</a:t>
            </a:r>
            <a:r>
              <a:rPr lang="en-US" sz="2400">
                <a:solidFill>
                  <a:schemeClr val="bg2"/>
                </a:solidFill>
                <a:latin typeface="Intel Clear Light"/>
              </a:rPr>
              <a:t> talked above can be modified during runtime now.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DC5F1C-20B5-B235-B359-31C3CCA0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6" y="306324"/>
            <a:ext cx="11653950" cy="883673"/>
          </a:xfrm>
        </p:spPr>
        <p:txBody>
          <a:bodyPr lIns="0" tIns="0" rIns="0" bIns="0">
            <a:normAutofit/>
          </a:bodyPr>
          <a:lstStyle/>
          <a:p>
            <a:r>
              <a:rPr lang="en-US" b="0" i="0" u="none" strike="noStrike" cap="none" spc="0" baseline="0"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What is Adaptive Interrupt Coalescing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85DB7-B8A4-AA0A-35EF-580981891357}"/>
              </a:ext>
            </a:extLst>
          </p:cNvPr>
          <p:cNvSpPr txBox="1"/>
          <p:nvPr/>
        </p:nvSpPr>
        <p:spPr>
          <a:xfrm>
            <a:off x="741054" y="1334764"/>
            <a:ext cx="6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6564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B770-CE79-7748-FAF3-0F154BC7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C85ED9-4792-705C-5188-6861B279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How the patch works in Heavy WL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F25457A-D7AA-4BD7-7112-61E72D8D5CBF}"/>
              </a:ext>
            </a:extLst>
          </p:cNvPr>
          <p:cNvGrpSpPr/>
          <p:nvPr/>
        </p:nvGrpSpPr>
        <p:grpSpPr>
          <a:xfrm>
            <a:off x="721892" y="2451339"/>
            <a:ext cx="4009188" cy="2763887"/>
            <a:chOff x="721892" y="2451339"/>
            <a:chExt cx="4009188" cy="27638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088827-A2E8-DF7D-CB8D-6C0B71D402AD}"/>
                </a:ext>
              </a:extLst>
            </p:cNvPr>
            <p:cNvSpPr/>
            <p:nvPr/>
          </p:nvSpPr>
          <p:spPr>
            <a:xfrm>
              <a:off x="721892" y="3567207"/>
              <a:ext cx="3990026" cy="471924"/>
            </a:xfrm>
            <a:prstGeom prst="rect">
              <a:avLst/>
            </a:prstGeom>
            <a:solidFill>
              <a:srgbClr val="C0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>
                  <a:solidFill>
                    <a:schemeClr val="bg1"/>
                  </a:solidFill>
                  <a:effectLst/>
                  <a:latin typeface="Inter"/>
                </a:rPr>
                <a:t>emaps Translates IRQ </a:t>
              </a:r>
              <a:r>
                <a:rPr lang="en-US" sz="1200" b="1">
                  <a:solidFill>
                    <a:schemeClr val="bg1"/>
                  </a:solidFill>
                  <a:latin typeface="Inter"/>
                </a:rPr>
                <a:t>/ Notifies CPU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5F823B-4C8B-D679-5F1E-2BB5820F3503}"/>
                </a:ext>
              </a:extLst>
            </p:cNvPr>
            <p:cNvGrpSpPr/>
            <p:nvPr/>
          </p:nvGrpSpPr>
          <p:grpSpPr>
            <a:xfrm>
              <a:off x="1215185" y="2451339"/>
              <a:ext cx="1121613" cy="851031"/>
              <a:chOff x="872176" y="1441320"/>
              <a:chExt cx="1121613" cy="851031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ACD4122B-CB17-3DCD-4988-DF9CBF25A0FC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66551FF-FB72-A5AE-8AA6-0AAFC0EF1A02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8ABDBD1-872C-A242-C7F1-2F8F4576EC16}"/>
                </a:ext>
              </a:extLst>
            </p:cNvPr>
            <p:cNvGrpSpPr/>
            <p:nvPr/>
          </p:nvGrpSpPr>
          <p:grpSpPr>
            <a:xfrm>
              <a:off x="3042265" y="2451339"/>
              <a:ext cx="1121613" cy="851031"/>
              <a:chOff x="872176" y="1441320"/>
              <a:chExt cx="1121613" cy="851031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D5AFF694-B44B-EEE0-0A7F-FECDE52B986B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E4FE0E0-C0F6-A47D-4364-2C03AA311ABC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D41FAE6-0993-296E-B7B1-8398C62BD42D}"/>
                </a:ext>
              </a:extLst>
            </p:cNvPr>
            <p:cNvGrpSpPr/>
            <p:nvPr/>
          </p:nvGrpSpPr>
          <p:grpSpPr>
            <a:xfrm>
              <a:off x="721892" y="4356385"/>
              <a:ext cx="1159934" cy="858841"/>
              <a:chOff x="721892" y="4356385"/>
              <a:chExt cx="1159934" cy="858841"/>
            </a:xfrm>
          </p:grpSpPr>
          <p:sp>
            <p:nvSpPr>
              <p:cNvPr id="3" name="Cylinder 2">
                <a:extLst>
                  <a:ext uri="{FF2B5EF4-FFF2-40B4-BE49-F238E27FC236}">
                    <a16:creationId xmlns:a16="http://schemas.microsoft.com/office/drawing/2014/main" id="{2723C925-8E1B-2603-0D20-B43FC8982078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BAF0D25-8AF7-5174-D764-F9C64ECD70D1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0098BFA0-68F5-9E48-F57A-FD1457749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D2F2CB7-C5C7-46BC-DB9D-495EFC9E05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1B03D4B2-F596-89C2-442B-F604E4134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91A8F72-B4A8-CBA0-16D3-01ACD621AD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11924B07-0AFE-EDB0-9DF8-AB84F0283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FC487ABF-AC48-9CB7-B0CF-5449C99F2E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95D944CC-37D3-0B46-C9A9-E073868C2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7D2DDED-5770-203C-61F4-233E89479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159D26A-E9F5-FBBC-928F-4B96482695A4}"/>
                </a:ext>
              </a:extLst>
            </p:cNvPr>
            <p:cNvGrpSpPr/>
            <p:nvPr/>
          </p:nvGrpSpPr>
          <p:grpSpPr>
            <a:xfrm>
              <a:off x="2146519" y="4356385"/>
              <a:ext cx="1159934" cy="858841"/>
              <a:chOff x="721892" y="4356385"/>
              <a:chExt cx="1159934" cy="858841"/>
            </a:xfrm>
          </p:grpSpPr>
          <p:sp>
            <p:nvSpPr>
              <p:cNvPr id="41" name="Cylinder 40">
                <a:extLst>
                  <a:ext uri="{FF2B5EF4-FFF2-40B4-BE49-F238E27FC236}">
                    <a16:creationId xmlns:a16="http://schemas.microsoft.com/office/drawing/2014/main" id="{36797EC6-BF7E-AF42-77B5-BFB03FAC041D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17FFE09-B437-293E-DFB0-54DD13F7B317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A9C2C429-728E-EC6F-8C2A-D6049F972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8C354CF6-CDFC-B36B-AFBD-3242BEAA6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17D39DDB-814D-1D67-3E04-ABBCF6C97F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72C4AAB7-62B8-7409-6554-74FD664A1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14B2A7A6-22AF-F94D-DEC9-428120930A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8E1D3F72-A3FF-8FFC-BE7D-88A09B5D9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385EC7E3-F106-5AE0-1360-27178A417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069C37C-D38D-7042-AA51-B2AB13A4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74A5E3D-8DC7-692D-8AC0-62300F0D9E6F}"/>
                </a:ext>
              </a:extLst>
            </p:cNvPr>
            <p:cNvGrpSpPr/>
            <p:nvPr/>
          </p:nvGrpSpPr>
          <p:grpSpPr>
            <a:xfrm>
              <a:off x="3571146" y="4356385"/>
              <a:ext cx="1159934" cy="858841"/>
              <a:chOff x="721892" y="4356385"/>
              <a:chExt cx="1159934" cy="858841"/>
            </a:xfrm>
          </p:grpSpPr>
          <p:sp>
            <p:nvSpPr>
              <p:cNvPr id="52" name="Cylinder 51">
                <a:extLst>
                  <a:ext uri="{FF2B5EF4-FFF2-40B4-BE49-F238E27FC236}">
                    <a16:creationId xmlns:a16="http://schemas.microsoft.com/office/drawing/2014/main" id="{1A2DE6FF-76A0-54A7-D27F-D4610C3F4C3B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2C7B200-D6EE-5325-5C6E-0FC9F7576579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8AA2FB52-7791-6166-497B-9348C80B0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AFB0906C-B711-CD06-357D-02378FD8A6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315179F-6DFC-591A-CA69-74D3C7D94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DFDA6B9-9032-3DD0-0AF7-89D6BBAE1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5830DE53-1BAA-2E8D-7073-B38D5E300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1632608A-1DF8-0E9C-E711-712CA5CFE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094AF228-0B82-4DF6-4923-CC4F160B6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97CA4CE4-ED6C-5B67-2534-A0156C3FF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BC4348-79E3-EC16-CBE7-8A5EE818B41C}"/>
              </a:ext>
            </a:extLst>
          </p:cNvPr>
          <p:cNvGrpSpPr/>
          <p:nvPr/>
        </p:nvGrpSpPr>
        <p:grpSpPr>
          <a:xfrm>
            <a:off x="7261953" y="2451339"/>
            <a:ext cx="4008383" cy="2763887"/>
            <a:chOff x="7261953" y="2451339"/>
            <a:chExt cx="4008383" cy="276388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E64826-25EB-F6B9-C7C6-08E94458D038}"/>
                </a:ext>
              </a:extLst>
            </p:cNvPr>
            <p:cNvSpPr/>
            <p:nvPr/>
          </p:nvSpPr>
          <p:spPr>
            <a:xfrm>
              <a:off x="7261953" y="3567207"/>
              <a:ext cx="3990026" cy="471924"/>
            </a:xfrm>
            <a:prstGeom prst="rect">
              <a:avLst/>
            </a:prstGeom>
            <a:solidFill>
              <a:schemeClr val="accent6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>
                  <a:solidFill>
                    <a:schemeClr val="bg1"/>
                  </a:solidFill>
                  <a:effectLst/>
                  <a:latin typeface="Inter"/>
                </a:rPr>
                <a:t>emaps Translates IRQ / Notifies CPU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430752-6007-7DDC-8447-26FFF118DF0B}"/>
                </a:ext>
              </a:extLst>
            </p:cNvPr>
            <p:cNvGrpSpPr/>
            <p:nvPr/>
          </p:nvGrpSpPr>
          <p:grpSpPr>
            <a:xfrm>
              <a:off x="7755246" y="2451339"/>
              <a:ext cx="1121613" cy="851031"/>
              <a:chOff x="872176" y="1441320"/>
              <a:chExt cx="1121613" cy="851031"/>
            </a:xfrm>
          </p:grpSpPr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F474A52C-2483-FB0D-8855-A87CB6033FCF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AA77155-C8BD-ADC3-3CE5-48E0B5DFFD2A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B1B4C16-6277-0194-F18B-1F449664D53A}"/>
                </a:ext>
              </a:extLst>
            </p:cNvPr>
            <p:cNvGrpSpPr/>
            <p:nvPr/>
          </p:nvGrpSpPr>
          <p:grpSpPr>
            <a:xfrm>
              <a:off x="9582326" y="2451339"/>
              <a:ext cx="1121613" cy="851031"/>
              <a:chOff x="872176" y="1441320"/>
              <a:chExt cx="1121613" cy="851031"/>
            </a:xfrm>
          </p:grpSpPr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B9C19AAB-4343-090D-5820-8CFF5E361B1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EC1C993-2B0A-5927-AEEA-39B39D825D6E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34A0142-23AF-0E4E-A881-6A87CD7AE768}"/>
                </a:ext>
              </a:extLst>
            </p:cNvPr>
            <p:cNvGrpSpPr/>
            <p:nvPr/>
          </p:nvGrpSpPr>
          <p:grpSpPr>
            <a:xfrm>
              <a:off x="7261953" y="4356385"/>
              <a:ext cx="1159934" cy="858841"/>
              <a:chOff x="721892" y="4356385"/>
              <a:chExt cx="1159934" cy="858841"/>
            </a:xfrm>
          </p:grpSpPr>
          <p:sp>
            <p:nvSpPr>
              <p:cNvPr id="70" name="Cylinder 69">
                <a:extLst>
                  <a:ext uri="{FF2B5EF4-FFF2-40B4-BE49-F238E27FC236}">
                    <a16:creationId xmlns:a16="http://schemas.microsoft.com/office/drawing/2014/main" id="{CA12DE06-2CC2-C335-6C48-19B025B52567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0DBA9CC-CF30-F0C0-EEA9-F0C9019B9F56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584223D3-15F3-2D29-D412-B0AA21635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5BB5CD30-55D4-B29F-3FE1-BCB54E7A9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9E11B09F-D548-9216-7612-D148CCF6E2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EF4BB805-55A4-FB3B-AEC2-BE76F64D3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F887D7A8-2E95-B74A-92DA-AE38B783A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CEC94FC0-026C-B2CD-173D-8F3FFFC21B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CC0D218E-1086-D220-2BB7-D7619E615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B989F658-6D8A-D745-2EF4-966DC83B5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A4EAB04B-5B1F-CAAE-5CAC-7F6306615091}"/>
                </a:ext>
              </a:extLst>
            </p:cNvPr>
            <p:cNvGrpSpPr/>
            <p:nvPr/>
          </p:nvGrpSpPr>
          <p:grpSpPr>
            <a:xfrm>
              <a:off x="8724932" y="4356385"/>
              <a:ext cx="1159934" cy="858841"/>
              <a:chOff x="721892" y="4356385"/>
              <a:chExt cx="1159934" cy="858841"/>
            </a:xfrm>
          </p:grpSpPr>
          <p:sp>
            <p:nvSpPr>
              <p:cNvPr id="104" name="Cylinder 103">
                <a:extLst>
                  <a:ext uri="{FF2B5EF4-FFF2-40B4-BE49-F238E27FC236}">
                    <a16:creationId xmlns:a16="http://schemas.microsoft.com/office/drawing/2014/main" id="{1F52D660-13B5-3B30-9566-85CEA4B10D43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A79053F7-3B9C-45C7-F901-E33930A447FA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5958445A-A8EA-CB75-C624-CC15E1ADF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71F9E3F1-D746-697C-654A-7B10C77EDA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7A7A7883-B7BA-9D3E-8FC0-876CED0ED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2960EEBC-43C1-A495-5F78-56C56A507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5FF1546A-F9E1-AB03-0FB2-628EB0346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6643A8D5-3C55-829C-26F8-EE2A5AC55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B68FDE37-0C4C-45B5-3E6F-9DAA1CB21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3" name="Straight Arrow Connector 112">
                  <a:extLst>
                    <a:ext uri="{FF2B5EF4-FFF2-40B4-BE49-F238E27FC236}">
                      <a16:creationId xmlns:a16="http://schemas.microsoft.com/office/drawing/2014/main" id="{F61EEF22-0955-EB43-EFC8-915F12191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0B899B0-FAAF-639C-3CC7-1312A584B0F3}"/>
                </a:ext>
              </a:extLst>
            </p:cNvPr>
            <p:cNvGrpSpPr/>
            <p:nvPr/>
          </p:nvGrpSpPr>
          <p:grpSpPr>
            <a:xfrm>
              <a:off x="10110402" y="4356385"/>
              <a:ext cx="1159934" cy="858841"/>
              <a:chOff x="721892" y="4356385"/>
              <a:chExt cx="1159934" cy="858841"/>
            </a:xfrm>
          </p:grpSpPr>
          <p:sp>
            <p:nvSpPr>
              <p:cNvPr id="115" name="Cylinder 114">
                <a:extLst>
                  <a:ext uri="{FF2B5EF4-FFF2-40B4-BE49-F238E27FC236}">
                    <a16:creationId xmlns:a16="http://schemas.microsoft.com/office/drawing/2014/main" id="{8645FBCB-CA36-39D1-E741-F7F17E32D19E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981A5E5D-E8CC-E5C6-B21C-A34852B0191F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C2658DB8-D3AF-01F7-B126-380327BC09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8116BE8A-F52C-9810-5CD1-7F11EF21C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CFE4749D-455B-B318-8391-63CA2E578D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02B8DD20-B9C2-3BD5-253D-63E12B9CE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8AA94C81-6930-A9F3-D74E-373E3927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7E43CCCA-D3D7-119D-0233-AE3602DA4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9EE4AA78-845E-8DC2-23E2-442B5AD4D6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77C85FD8-5E63-2B4D-CEE7-B84567D3BA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BDB2DFB-E6E2-7F02-8156-3F3069E78415}"/>
              </a:ext>
            </a:extLst>
          </p:cNvPr>
          <p:cNvSpPr/>
          <p:nvPr/>
        </p:nvSpPr>
        <p:spPr>
          <a:xfrm>
            <a:off x="653502" y="1381164"/>
            <a:ext cx="4339650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Heavy Workload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Problem</a:t>
            </a:r>
          </a:p>
          <a:p>
            <a:pPr algn="ctr"/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(e.g. bs=4k, </a:t>
            </a:r>
            <a:r>
              <a:rPr lang="en-US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numjobs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=8 </a:t>
            </a:r>
            <a:r>
              <a:rPr lang="en-US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iodepth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=128)</a:t>
            </a:r>
            <a:endParaRPr 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AF3F449-2FBE-F7CC-A1D3-6B620DA72E87}"/>
              </a:ext>
            </a:extLst>
          </p:cNvPr>
          <p:cNvCxnSpPr/>
          <p:nvPr/>
        </p:nvCxnSpPr>
        <p:spPr>
          <a:xfrm>
            <a:off x="5610588" y="1707880"/>
            <a:ext cx="0" cy="419057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7DDE2AD-5845-27F2-2F92-CF6E9C3D9482}"/>
              </a:ext>
            </a:extLst>
          </p:cNvPr>
          <p:cNvSpPr/>
          <p:nvPr/>
        </p:nvSpPr>
        <p:spPr>
          <a:xfrm>
            <a:off x="7194676" y="4074647"/>
            <a:ext cx="3526928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Coalesce the Interrupts: As shown by the gray dashed 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5FCCF-05F1-835D-73DF-C3997EA6BC36}"/>
              </a:ext>
            </a:extLst>
          </p:cNvPr>
          <p:cNvSpPr txBox="1"/>
          <p:nvPr/>
        </p:nvSpPr>
        <p:spPr>
          <a:xfrm>
            <a:off x="570075" y="5820956"/>
            <a:ext cx="467662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/>
              <a:t>Interrupt handling details: </a:t>
            </a:r>
            <a:r>
              <a:rPr lang="en-US" sz="1200">
                <a:hlinkClick r:id="rId2"/>
              </a:rPr>
              <a:t>https://lwn.net/Articles/951186/</a:t>
            </a:r>
            <a:endParaRPr lang="en-US" sz="120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812FC6E-813A-F002-044F-976F355C4BEA}"/>
              </a:ext>
            </a:extLst>
          </p:cNvPr>
          <p:cNvSpPr/>
          <p:nvPr/>
        </p:nvSpPr>
        <p:spPr>
          <a:xfrm>
            <a:off x="5104560" y="3567207"/>
            <a:ext cx="1012054" cy="31233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41135-E98F-D26A-98C6-FBE8D1F64FCE}"/>
              </a:ext>
            </a:extLst>
          </p:cNvPr>
          <p:cNvSpPr txBox="1"/>
          <p:nvPr/>
        </p:nvSpPr>
        <p:spPr>
          <a:xfrm>
            <a:off x="3002213" y="4040139"/>
            <a:ext cx="179173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 b="1">
                <a:solidFill>
                  <a:srgbClr val="C00000"/>
                </a:solidFill>
              </a:rPr>
              <a:t>Notifies CPU </a:t>
            </a:r>
            <a:r>
              <a:rPr lang="en-US" altLang="zh-CN" sz="1000" b="1">
                <a:solidFill>
                  <a:srgbClr val="C00000"/>
                </a:solidFill>
              </a:rPr>
              <a:t>is expensive</a:t>
            </a:r>
            <a:endParaRPr lang="en-US" sz="1000" b="1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28B442-FDB4-9B71-FD44-4BBF1D354FC4}"/>
              </a:ext>
            </a:extLst>
          </p:cNvPr>
          <p:cNvSpPr txBox="1"/>
          <p:nvPr/>
        </p:nvSpPr>
        <p:spPr>
          <a:xfrm>
            <a:off x="5604573" y="3015112"/>
            <a:ext cx="129863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Automatically</a:t>
            </a:r>
          </a:p>
          <a:p>
            <a:pPr algn="ctr"/>
            <a:r>
              <a:rPr lang="en-US" sz="100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coalesce interrupt in heavy workload</a:t>
            </a:r>
            <a:endParaRPr lang="en-US" sz="1000" b="0" cap="none" spc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FB8367-1238-D31E-C0CF-89F62F7AB0CF}"/>
              </a:ext>
            </a:extLst>
          </p:cNvPr>
          <p:cNvSpPr/>
          <p:nvPr/>
        </p:nvSpPr>
        <p:spPr>
          <a:xfrm>
            <a:off x="6528826" y="1254330"/>
            <a:ext cx="504504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the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Patch Works – Interrupt Coalescing </a:t>
            </a:r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abled</a:t>
            </a:r>
          </a:p>
        </p:txBody>
      </p:sp>
    </p:spTree>
    <p:extLst>
      <p:ext uri="{BB962C8B-B14F-4D97-AF65-F5344CB8AC3E}">
        <p14:creationId xmlns:p14="http://schemas.microsoft.com/office/powerpoint/2010/main" val="358146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4C5D-5345-4532-47BA-B7444807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96C97-5EF3-E45B-1AAB-6FF81F2B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How the patch works in Light WL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4A8207A-7331-9996-DE14-9BAE8B6EDC2A}"/>
              </a:ext>
            </a:extLst>
          </p:cNvPr>
          <p:cNvGrpSpPr/>
          <p:nvPr/>
        </p:nvGrpSpPr>
        <p:grpSpPr>
          <a:xfrm>
            <a:off x="721892" y="2451339"/>
            <a:ext cx="4009188" cy="2763887"/>
            <a:chOff x="721892" y="2451339"/>
            <a:chExt cx="4009188" cy="27638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4ACE10-C330-CC2E-155A-6694373FBB70}"/>
                </a:ext>
              </a:extLst>
            </p:cNvPr>
            <p:cNvSpPr/>
            <p:nvPr/>
          </p:nvSpPr>
          <p:spPr>
            <a:xfrm>
              <a:off x="721892" y="3567207"/>
              <a:ext cx="3990026" cy="47192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>
                  <a:solidFill>
                    <a:schemeClr val="tx1"/>
                  </a:solidFill>
                  <a:effectLst/>
                  <a:latin typeface="Inter"/>
                </a:rPr>
                <a:t>emaps Translates </a:t>
              </a:r>
              <a:r>
                <a:rPr lang="en-US" sz="1200" b="1">
                  <a:solidFill>
                    <a:schemeClr val="tx1"/>
                  </a:solidFill>
                  <a:latin typeface="Inter"/>
                </a:rPr>
                <a:t>IRQ / Notifies CPU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CB1D28-870E-9CA1-2942-5D8BDB2644C8}"/>
                </a:ext>
              </a:extLst>
            </p:cNvPr>
            <p:cNvGrpSpPr/>
            <p:nvPr/>
          </p:nvGrpSpPr>
          <p:grpSpPr>
            <a:xfrm>
              <a:off x="1215185" y="2451339"/>
              <a:ext cx="1121613" cy="851031"/>
              <a:chOff x="872176" y="1441320"/>
              <a:chExt cx="1121613" cy="851031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54D34B2F-FC3C-F53B-A10F-0C26982AD221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1F58E6-B053-EE85-48F6-A39954EACF2D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BBD411-40E5-EA31-624A-21E1BCECB9FC}"/>
                </a:ext>
              </a:extLst>
            </p:cNvPr>
            <p:cNvGrpSpPr/>
            <p:nvPr/>
          </p:nvGrpSpPr>
          <p:grpSpPr>
            <a:xfrm>
              <a:off x="3042265" y="2451339"/>
              <a:ext cx="1121613" cy="851031"/>
              <a:chOff x="872176" y="1441320"/>
              <a:chExt cx="1121613" cy="851031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2CAA284E-8831-4ED1-BC58-8A56AE7A70A1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1346ED-745E-48C8-F7B2-8D4D68CE079D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AE1F2CB-F21B-556B-2F13-78D782B2F996}"/>
                </a:ext>
              </a:extLst>
            </p:cNvPr>
            <p:cNvGrpSpPr/>
            <p:nvPr/>
          </p:nvGrpSpPr>
          <p:grpSpPr>
            <a:xfrm>
              <a:off x="721892" y="4356385"/>
              <a:ext cx="1159934" cy="858841"/>
              <a:chOff x="721892" y="4356385"/>
              <a:chExt cx="1159934" cy="858841"/>
            </a:xfrm>
          </p:grpSpPr>
          <p:sp>
            <p:nvSpPr>
              <p:cNvPr id="3" name="Cylinder 2">
                <a:extLst>
                  <a:ext uri="{FF2B5EF4-FFF2-40B4-BE49-F238E27FC236}">
                    <a16:creationId xmlns:a16="http://schemas.microsoft.com/office/drawing/2014/main" id="{7B5AB7AF-6C62-3CAF-A7A6-FFD2CBED6FAE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4EA8D8D-B8C3-ADE0-C801-666A987F62AF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0D8C1819-E95A-D5AA-0A6A-93145E47D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AC57FED8-26ED-86D4-B2C7-7B95E0E08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960DAECB-BC30-B43F-43F7-35941B9B5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CDB1C1F-BA14-FE03-4AD0-09738C0B7B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223D6143-76ED-8056-B1A8-ADF7C738A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317363A3-D041-28EE-F20D-C8FFDE36A2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D28FEBA6-AA25-810D-4551-B9B89EF4C9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D4283838-7A07-447F-0911-EA272E5F17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E9A8AE-AF57-F0F7-30A4-9A90E47BEEE3}"/>
                </a:ext>
              </a:extLst>
            </p:cNvPr>
            <p:cNvGrpSpPr/>
            <p:nvPr/>
          </p:nvGrpSpPr>
          <p:grpSpPr>
            <a:xfrm>
              <a:off x="2146519" y="4356385"/>
              <a:ext cx="1159934" cy="858841"/>
              <a:chOff x="721892" y="4356385"/>
              <a:chExt cx="1159934" cy="858841"/>
            </a:xfrm>
          </p:grpSpPr>
          <p:sp>
            <p:nvSpPr>
              <p:cNvPr id="41" name="Cylinder 40">
                <a:extLst>
                  <a:ext uri="{FF2B5EF4-FFF2-40B4-BE49-F238E27FC236}">
                    <a16:creationId xmlns:a16="http://schemas.microsoft.com/office/drawing/2014/main" id="{A9C18BF6-1738-5538-24EC-C02472B73E70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CB59440-6D24-BD94-BE42-731BA83FF43A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B86091CB-30D4-01AF-A529-24BB7F6B38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E3E76AC-4AD2-D2B7-974E-64AECD6FF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8714B45C-622A-C387-F9FC-D4B4CDA54D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C738AF57-EB5B-57BA-0E5A-C33F21DA6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41D46F7F-60D2-2253-A95E-3CF128D86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01A8714E-8C09-9878-91B8-5718F42003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F4486DEB-72FF-D801-2A2D-0D61BBD145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C2941EC8-867A-FB66-A4DC-944F498A4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2F40F94-CAAB-FE39-877A-A5512E4FC576}"/>
                </a:ext>
              </a:extLst>
            </p:cNvPr>
            <p:cNvGrpSpPr/>
            <p:nvPr/>
          </p:nvGrpSpPr>
          <p:grpSpPr>
            <a:xfrm>
              <a:off x="3571146" y="4356385"/>
              <a:ext cx="1159934" cy="858841"/>
              <a:chOff x="721892" y="4356385"/>
              <a:chExt cx="1159934" cy="858841"/>
            </a:xfrm>
          </p:grpSpPr>
          <p:sp>
            <p:nvSpPr>
              <p:cNvPr id="52" name="Cylinder 51">
                <a:extLst>
                  <a:ext uri="{FF2B5EF4-FFF2-40B4-BE49-F238E27FC236}">
                    <a16:creationId xmlns:a16="http://schemas.microsoft.com/office/drawing/2014/main" id="{0E9DAF02-7074-96C2-F5F5-01329180D4D6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D6748B2-8A8E-8B49-DF36-B0E2DF050ACD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13BA100A-8CC0-E62A-DD7A-819F838E1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7ADB260E-98BE-202F-9870-7C7BE3711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DDC43114-7E97-AE17-F653-11F417C295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7DD9ACD3-2FDC-DE09-88B2-909393E29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183115D-217A-B431-C005-B466EA9BA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FD5DF5F6-A1B0-4BAE-081C-0DE36F8CF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EFB7BC48-C88A-2AF6-D679-DA0748D80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5E04451E-C59B-FE46-FE2C-CCCDEEFF7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D6B7C36-084A-6656-3553-4EF9D39940AE}"/>
              </a:ext>
            </a:extLst>
          </p:cNvPr>
          <p:cNvGrpSpPr/>
          <p:nvPr/>
        </p:nvGrpSpPr>
        <p:grpSpPr>
          <a:xfrm>
            <a:off x="7261953" y="2451339"/>
            <a:ext cx="4008383" cy="2763887"/>
            <a:chOff x="7261953" y="2451339"/>
            <a:chExt cx="4008383" cy="276388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1BF21A1-B73B-9007-B3EF-7DFC7A88FF7D}"/>
                </a:ext>
              </a:extLst>
            </p:cNvPr>
            <p:cNvSpPr/>
            <p:nvPr/>
          </p:nvSpPr>
          <p:spPr>
            <a:xfrm>
              <a:off x="7261953" y="3567207"/>
              <a:ext cx="3990026" cy="47192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>
                  <a:solidFill>
                    <a:schemeClr val="tx1"/>
                  </a:solidFill>
                  <a:effectLst/>
                  <a:latin typeface="Inter"/>
                </a:rPr>
                <a:t>emaps Translates IRQ / Notifies CPU</a:t>
              </a:r>
              <a:r>
                <a:rPr kumimoji="0" lang="en-US" sz="12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012790B-4479-A817-A87B-FF8F98691823}"/>
                </a:ext>
              </a:extLst>
            </p:cNvPr>
            <p:cNvGrpSpPr/>
            <p:nvPr/>
          </p:nvGrpSpPr>
          <p:grpSpPr>
            <a:xfrm>
              <a:off x="7755246" y="2451339"/>
              <a:ext cx="1121613" cy="851031"/>
              <a:chOff x="872176" y="1441320"/>
              <a:chExt cx="1121613" cy="851031"/>
            </a:xfrm>
          </p:grpSpPr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1502E2DC-116A-F31E-9D29-FDACC2CC0ED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E27E2BF-6BE9-4D7B-B84C-18D7A0AE1D84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120598E-F51D-1C68-298D-59D829D1CEB5}"/>
                </a:ext>
              </a:extLst>
            </p:cNvPr>
            <p:cNvGrpSpPr/>
            <p:nvPr/>
          </p:nvGrpSpPr>
          <p:grpSpPr>
            <a:xfrm>
              <a:off x="9582326" y="2451339"/>
              <a:ext cx="1121613" cy="851031"/>
              <a:chOff x="872176" y="1441320"/>
              <a:chExt cx="1121613" cy="851031"/>
            </a:xfrm>
          </p:grpSpPr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FBC718FB-D280-5DED-4566-D0D531B36DB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68056B5-B503-0534-A91B-8E5180EDE4FB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ADD991-1A9F-E5E3-2673-566953F2FB6B}"/>
                </a:ext>
              </a:extLst>
            </p:cNvPr>
            <p:cNvGrpSpPr/>
            <p:nvPr/>
          </p:nvGrpSpPr>
          <p:grpSpPr>
            <a:xfrm>
              <a:off x="7261953" y="4356385"/>
              <a:ext cx="1159934" cy="858841"/>
              <a:chOff x="721892" y="4356385"/>
              <a:chExt cx="1159934" cy="858841"/>
            </a:xfrm>
          </p:grpSpPr>
          <p:sp>
            <p:nvSpPr>
              <p:cNvPr id="70" name="Cylinder 69">
                <a:extLst>
                  <a:ext uri="{FF2B5EF4-FFF2-40B4-BE49-F238E27FC236}">
                    <a16:creationId xmlns:a16="http://schemas.microsoft.com/office/drawing/2014/main" id="{78B793AB-8D61-9AAA-C00A-FA0476E54006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5075F31F-9995-63C4-4815-6E7A36065BC2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60B7F38A-D4A1-9EEC-3517-4B11C9FFF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79F82B6B-5A00-D202-3691-6A78397065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2F86D4FC-2B12-2C4D-969D-F05EAAB11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59CDA906-9F5E-6D81-377C-9F30C2F863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44D4B7CD-E54D-4492-C944-85FBB57E8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2BA86CCE-7034-39ED-0535-4AFC8D493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F29757D0-874C-ED2B-F546-60846E682B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73D15462-0D92-D440-6D0F-3BBC21C22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276CDEC-0224-5240-2B28-CB7C19AE1D3E}"/>
                </a:ext>
              </a:extLst>
            </p:cNvPr>
            <p:cNvGrpSpPr/>
            <p:nvPr/>
          </p:nvGrpSpPr>
          <p:grpSpPr>
            <a:xfrm>
              <a:off x="8724932" y="4356385"/>
              <a:ext cx="1159934" cy="858841"/>
              <a:chOff x="721892" y="4356385"/>
              <a:chExt cx="1159934" cy="858841"/>
            </a:xfrm>
          </p:grpSpPr>
          <p:sp>
            <p:nvSpPr>
              <p:cNvPr id="104" name="Cylinder 103">
                <a:extLst>
                  <a:ext uri="{FF2B5EF4-FFF2-40B4-BE49-F238E27FC236}">
                    <a16:creationId xmlns:a16="http://schemas.microsoft.com/office/drawing/2014/main" id="{1912B5D3-C92F-1FB0-FE6A-29F04EEBC8D9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F89BFA90-26B6-3038-ADFA-0C54A492F56D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E4F53450-461D-B413-1B89-BD96B07FFE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FF9655EF-D503-7E5A-59DB-BE1DFD598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6E268B83-D20F-D6B4-0C05-0F10E40389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36790240-03D4-2849-A6C4-9EED9B299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5C0245B9-3CA4-9F0C-8817-06890C6EA0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CA6D2955-2579-0CB8-382A-D090E2D69D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421944B9-2EE0-A2D7-AA83-4738C6F7F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3" name="Straight Arrow Connector 112">
                  <a:extLst>
                    <a:ext uri="{FF2B5EF4-FFF2-40B4-BE49-F238E27FC236}">
                      <a16:creationId xmlns:a16="http://schemas.microsoft.com/office/drawing/2014/main" id="{98DC9EF8-AC66-B752-8B43-D340A4E29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1FBB428-895C-AE8B-23A9-624321550109}"/>
                </a:ext>
              </a:extLst>
            </p:cNvPr>
            <p:cNvGrpSpPr/>
            <p:nvPr/>
          </p:nvGrpSpPr>
          <p:grpSpPr>
            <a:xfrm>
              <a:off x="10110402" y="4356385"/>
              <a:ext cx="1159934" cy="858841"/>
              <a:chOff x="721892" y="4356385"/>
              <a:chExt cx="1159934" cy="858841"/>
            </a:xfrm>
          </p:grpSpPr>
          <p:sp>
            <p:nvSpPr>
              <p:cNvPr id="115" name="Cylinder 114">
                <a:extLst>
                  <a:ext uri="{FF2B5EF4-FFF2-40B4-BE49-F238E27FC236}">
                    <a16:creationId xmlns:a16="http://schemas.microsoft.com/office/drawing/2014/main" id="{7AE21848-D936-5179-2E74-86DB55C8FA72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F18189B-42C0-651B-A4E7-6DD2A3484539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169D3812-7573-2529-32B3-CAE9D49CD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2CBB5A7D-4EC0-09CD-7A9B-0C8DE74E6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2CE07CC9-21E9-F572-DA78-809498433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FE60A750-B9E2-3C5D-C7CF-A732FF75C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53ADB15C-F849-FFEC-B772-A9A60C9173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4BC2E8CB-699B-13A4-7A1C-6DC240C7F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8BC1860D-EF78-9C01-4F5A-A1905C640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E448A20B-0130-B75A-1C35-BC9B412A84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3D96FAB-81B2-7CCB-E741-AE7E889C1FA6}"/>
              </a:ext>
            </a:extLst>
          </p:cNvPr>
          <p:cNvSpPr/>
          <p:nvPr/>
        </p:nvSpPr>
        <p:spPr>
          <a:xfrm>
            <a:off x="570075" y="1381164"/>
            <a:ext cx="504504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the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Patch Works – Interrupt Coalescing Disabled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F6A8169-5A1E-016A-B27A-57FC9D98C866}"/>
              </a:ext>
            </a:extLst>
          </p:cNvPr>
          <p:cNvSpPr/>
          <p:nvPr/>
        </p:nvSpPr>
        <p:spPr>
          <a:xfrm>
            <a:off x="6896105" y="1374682"/>
            <a:ext cx="463460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Light WL</a:t>
            </a:r>
          </a:p>
          <a:p>
            <a:pPr algn="ctr"/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(bs=4k </a:t>
            </a:r>
            <a:r>
              <a:rPr lang="en-US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numjobs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 </a:t>
            </a:r>
            <a:r>
              <a:rPr lang="en-US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iodepth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 </a:t>
            </a:r>
            <a:r>
              <a:rPr lang="en-US" altLang="zh-CN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 other </a:t>
            </a:r>
            <a:r>
              <a:rPr lang="en-US" altLang="zh-CN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qd</a:t>
            </a:r>
            <a:r>
              <a:rPr lang="en-US" altLang="zh-CN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160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vaule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E67B499-B123-4AF0-CF02-5041DE6ADDAE}"/>
              </a:ext>
            </a:extLst>
          </p:cNvPr>
          <p:cNvCxnSpPr/>
          <p:nvPr/>
        </p:nvCxnSpPr>
        <p:spPr>
          <a:xfrm>
            <a:off x="6247140" y="1707880"/>
            <a:ext cx="0" cy="419057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D4DCC9-5F4C-25E2-1C65-C2D8CD9E6D85}"/>
              </a:ext>
            </a:extLst>
          </p:cNvPr>
          <p:cNvSpPr txBox="1"/>
          <p:nvPr/>
        </p:nvSpPr>
        <p:spPr>
          <a:xfrm>
            <a:off x="570075" y="5820956"/>
            <a:ext cx="504504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/>
              <a:t>Interrupt handling details: </a:t>
            </a:r>
            <a:r>
              <a:rPr lang="en-US" sz="1200">
                <a:hlinkClick r:id="rId2"/>
              </a:rPr>
              <a:t>https://lwn.net/Articles/951186/</a:t>
            </a:r>
            <a:endParaRPr lang="en-US" sz="120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286D55B-7E87-175A-C0C8-EA583F7A6761}"/>
              </a:ext>
            </a:extLst>
          </p:cNvPr>
          <p:cNvSpPr/>
          <p:nvPr/>
        </p:nvSpPr>
        <p:spPr>
          <a:xfrm rot="10800000">
            <a:off x="5457028" y="3647001"/>
            <a:ext cx="1012054" cy="31233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80EE7-2E2C-B570-40C4-BE60AF983B26}"/>
              </a:ext>
            </a:extLst>
          </p:cNvPr>
          <p:cNvSpPr txBox="1"/>
          <p:nvPr/>
        </p:nvSpPr>
        <p:spPr>
          <a:xfrm>
            <a:off x="4957886" y="3093002"/>
            <a:ext cx="131447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Automatically </a:t>
            </a:r>
          </a:p>
          <a:p>
            <a:pPr algn="ctr"/>
            <a:r>
              <a:rPr lang="en-US" sz="100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disable coalesce in light Workload</a:t>
            </a:r>
            <a:endParaRPr lang="en-US" sz="1000" b="0" cap="none" spc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54BC3F-D782-5E37-6E50-FE87CCCFA1A7}"/>
              </a:ext>
            </a:extLst>
          </p:cNvPr>
          <p:cNvSpPr txBox="1"/>
          <p:nvPr/>
        </p:nvSpPr>
        <p:spPr>
          <a:xfrm>
            <a:off x="7223344" y="5462215"/>
            <a:ext cx="4470227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low: (1) wait for requests (2) min timeout: 100us</a:t>
            </a:r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185325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5B0F-2952-AAD5-985E-35D345DD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B12DF1-AB4F-7568-3C84-7D70D7B5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Patches Readiness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431FF5-D3D2-3BD7-4662-C2A76F3F6D3A}"/>
              </a:ext>
            </a:extLst>
          </p:cNvPr>
          <p:cNvCxnSpPr/>
          <p:nvPr/>
        </p:nvCxnSpPr>
        <p:spPr>
          <a:xfrm>
            <a:off x="1011677" y="2704289"/>
            <a:ext cx="924127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B2F36A6-998B-51F3-21A3-42C2F7C11961}"/>
              </a:ext>
            </a:extLst>
          </p:cNvPr>
          <p:cNvSpPr txBox="1"/>
          <p:nvPr/>
        </p:nvSpPr>
        <p:spPr>
          <a:xfrm>
            <a:off x="3088280" y="3044757"/>
            <a:ext cx="92653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5.10.134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BFAB83-DC71-893D-C14E-7CFC208C0B50}"/>
              </a:ext>
            </a:extLst>
          </p:cNvPr>
          <p:cNvCxnSpPr>
            <a:cxnSpLocks/>
          </p:cNvCxnSpPr>
          <p:nvPr/>
        </p:nvCxnSpPr>
        <p:spPr>
          <a:xfrm>
            <a:off x="3438728" y="2731040"/>
            <a:ext cx="218872" cy="24076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070B33-197A-287B-DD91-901088605B56}"/>
              </a:ext>
            </a:extLst>
          </p:cNvPr>
          <p:cNvCxnSpPr/>
          <p:nvPr/>
        </p:nvCxnSpPr>
        <p:spPr>
          <a:xfrm flipV="1">
            <a:off x="7266562" y="2485417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397C25-CE07-B746-5EA5-C244EF0E3C2F}"/>
              </a:ext>
            </a:extLst>
          </p:cNvPr>
          <p:cNvSpPr txBox="1"/>
          <p:nvPr/>
        </p:nvSpPr>
        <p:spPr>
          <a:xfrm>
            <a:off x="7421442" y="2159780"/>
            <a:ext cx="32541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6.6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E52DDF-A866-55E0-DF89-D57F2BCC64FD}"/>
              </a:ext>
            </a:extLst>
          </p:cNvPr>
          <p:cNvCxnSpPr/>
          <p:nvPr/>
        </p:nvCxnSpPr>
        <p:spPr>
          <a:xfrm flipV="1">
            <a:off x="8119353" y="2475689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3337B91-9510-2E23-F36C-F6294F2989C7}"/>
              </a:ext>
            </a:extLst>
          </p:cNvPr>
          <p:cNvSpPr txBox="1"/>
          <p:nvPr/>
        </p:nvSpPr>
        <p:spPr>
          <a:xfrm>
            <a:off x="8263855" y="2171940"/>
            <a:ext cx="46326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6.12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8CEDA-2FAC-6389-ED48-852D4BE4BB08}"/>
              </a:ext>
            </a:extLst>
          </p:cNvPr>
          <p:cNvSpPr/>
          <p:nvPr/>
        </p:nvSpPr>
        <p:spPr>
          <a:xfrm>
            <a:off x="210550" y="2151726"/>
            <a:ext cx="93968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1FDF2-4D93-6AA3-0AEB-1DF76C41DA3F}"/>
              </a:ext>
            </a:extLst>
          </p:cNvPr>
          <p:cNvSpPr txBox="1"/>
          <p:nvPr/>
        </p:nvSpPr>
        <p:spPr>
          <a:xfrm>
            <a:off x="1089055" y="4000650"/>
            <a:ext cx="331821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Patch for </a:t>
            </a:r>
            <a:r>
              <a:rPr kumimoji="0" lang="en-US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Green</a:t>
            </a:r>
            <a:r>
              <a:rPr kumimoji="0" lang="en-US" b="0" i="0" u="none" strike="noStrike" cap="none" spc="0" normalizeH="0" baseline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version is ready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Up-stream</a:t>
            </a:r>
            <a:r>
              <a:rPr kumimoji="0" lang="en-US" b="0" i="0" u="none" strike="noStrike" cap="none" spc="0" normalizeH="0" baseline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work is progress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328736-5C58-E65D-EBC9-819E153F56F2}"/>
              </a:ext>
            </a:extLst>
          </p:cNvPr>
          <p:cNvCxnSpPr>
            <a:cxnSpLocks/>
          </p:cNvCxnSpPr>
          <p:nvPr/>
        </p:nvCxnSpPr>
        <p:spPr>
          <a:xfrm flipV="1">
            <a:off x="3591032" y="2485417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D4AFE0-70F1-E276-99E9-69AA97A3A84C}"/>
              </a:ext>
            </a:extLst>
          </p:cNvPr>
          <p:cNvSpPr txBox="1"/>
          <p:nvPr/>
        </p:nvSpPr>
        <p:spPr>
          <a:xfrm>
            <a:off x="2359898" y="2159493"/>
            <a:ext cx="276268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>
                <a:solidFill>
                  <a:srgbClr val="00B050"/>
                </a:solidFill>
                <a:sym typeface="Helvetica Neue"/>
              </a:rPr>
              <a:t>Open Euler5.10-60.18</a:t>
            </a:r>
            <a:endParaRPr lang="en-US" b="0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+mn-lt"/>
              <a:ea typeface="Intel Clear"/>
              <a:cs typeface="Intel Clear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F94D0E-4912-9362-48C4-055650FCE5D1}"/>
              </a:ext>
            </a:extLst>
          </p:cNvPr>
          <p:cNvCxnSpPr>
            <a:cxnSpLocks/>
          </p:cNvCxnSpPr>
          <p:nvPr/>
        </p:nvCxnSpPr>
        <p:spPr>
          <a:xfrm>
            <a:off x="4301580" y="2697422"/>
            <a:ext cx="218872" cy="24076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1EE213-3197-0C67-F642-7306E42D8EFD}"/>
              </a:ext>
            </a:extLst>
          </p:cNvPr>
          <p:cNvSpPr txBox="1"/>
          <p:nvPr/>
        </p:nvSpPr>
        <p:spPr>
          <a:xfrm>
            <a:off x="4410574" y="3011139"/>
            <a:ext cx="1840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>
                <a:solidFill>
                  <a:srgbClr val="00B050"/>
                </a:solidFill>
                <a:sym typeface="Helvetica Neue"/>
              </a:rPr>
              <a:t>Rocky 5.14.0-162</a:t>
            </a:r>
            <a:endParaRPr kumimoji="0" lang="en-US" b="0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4E18BE-0E38-DE8D-16FE-0F2786AFF014}"/>
              </a:ext>
            </a:extLst>
          </p:cNvPr>
          <p:cNvSpPr/>
          <p:nvPr/>
        </p:nvSpPr>
        <p:spPr>
          <a:xfrm>
            <a:off x="10088647" y="2817802"/>
            <a:ext cx="98777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30436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93CC9-91BE-2B9C-B3CE-DF463BD83FF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13944" y="855406"/>
            <a:ext cx="11637264" cy="5422331"/>
          </a:xfrm>
        </p:spPr>
        <p:txBody>
          <a:bodyPr lIns="0" tIns="0" rIns="0" bIns="0" anchor="t">
            <a:normAutofit fontScale="92500" lnSpcReduction="10000"/>
          </a:bodyPr>
          <a:lstStyle/>
          <a:p>
            <a:r>
              <a:rPr lang="en-US" altLang="zh-CN" b="1"/>
              <a:t> Description about the thought of this patch</a:t>
            </a:r>
            <a:endParaRPr lang="zh-CN" altLang="en-US" b="1"/>
          </a:p>
          <a:p>
            <a:pPr marL="0" indent="0">
              <a:buNone/>
            </a:pPr>
            <a:r>
              <a:rPr lang="zh-CN">
                <a:latin typeface="Intel Clear Light"/>
                <a:cs typeface="Intel Clear Light"/>
              </a:rPr>
              <a:t>1. </a:t>
            </a:r>
            <a:r>
              <a:rPr lang="en-US" altLang="zh-CN">
                <a:latin typeface="Intel Clear Light"/>
                <a:ea typeface="Intel Clear Light"/>
                <a:cs typeface="Intel Clear Light"/>
              </a:rPr>
              <a:t>use whole device statistics (IOPS &amp; running IO queues number) to do judgement</a:t>
            </a:r>
            <a:endParaRPr lang="zh-CN" altLang="en-US">
              <a:cs typeface="Intel Clear Light"/>
            </a:endParaRPr>
          </a:p>
          <a:p>
            <a:pPr marL="0" indent="0" rtl="0">
              <a:buNone/>
            </a:pPr>
            <a:r>
              <a:rPr lang="zh-CN">
                <a:latin typeface="Intel Clear Light"/>
                <a:cs typeface="Intel Clear Light"/>
              </a:rPr>
              <a:t>   </a:t>
            </a:r>
            <a:r>
              <a:rPr lang="zh-CN" altLang="en-US">
                <a:latin typeface="Intel Clear Light"/>
                <a:cs typeface="Intel Clear Light"/>
              </a:rPr>
              <a:t> </a:t>
            </a:r>
            <a:r>
              <a:rPr lang="en-US" altLang="zh-CN">
                <a:latin typeface="Intel Clear Light"/>
                <a:ea typeface="Intel Clear Light"/>
                <a:cs typeface="Intel Clear Light"/>
              </a:rPr>
              <a:t>1</a:t>
            </a:r>
            <a:r>
              <a:rPr lang="en-US" altLang="en-US">
                <a:latin typeface="Intel Clear Light"/>
                <a:ea typeface="Intel Clear Light"/>
                <a:cs typeface="Intel Clear Light"/>
              </a:rPr>
              <a:t>) </a:t>
            </a:r>
            <a:r>
              <a:rPr lang="en-US"/>
              <a:t>Within each detection cycle, if IOPS reaches 500k and the number of concurrently running IO queues is 2 or more, it is judged as a busy state. If this busy state is met 6 times consecutively, interrupt coalescing is set</a:t>
            </a:r>
            <a:endParaRPr lang="zh-CN" altLang="en-US">
              <a:cs typeface="Intel Clear Light"/>
            </a:endParaRPr>
          </a:p>
          <a:p>
            <a:pPr marL="0" indent="0" rtl="0">
              <a:buNone/>
            </a:pPr>
            <a:r>
              <a:rPr lang="zh-CN">
                <a:latin typeface="Intel Clear Light"/>
                <a:cs typeface="Intel Clear Light"/>
              </a:rPr>
              <a:t>    </a:t>
            </a:r>
            <a:r>
              <a:rPr lang="en-US" altLang="zh-CN">
                <a:latin typeface="Intel Clear Light"/>
                <a:ea typeface="Intel Clear Light"/>
                <a:cs typeface="Intel Clear Light"/>
              </a:rPr>
              <a:t>2)</a:t>
            </a:r>
            <a:r>
              <a:rPr lang="zh-CN" altLang="en-US">
                <a:latin typeface="Intel Clear Light"/>
                <a:cs typeface="Intel Clear Light"/>
              </a:rPr>
              <a:t> </a:t>
            </a:r>
            <a:r>
              <a:rPr lang="en-US"/>
              <a:t>Within each detection cycle, if IOPS does not reach 500k, or if only one IO queue is running simultaneously, it is considered a non-busy state. If this non-busy state is met 6 times consecutively, the </a:t>
            </a:r>
            <a:r>
              <a:rPr lang="en-US" altLang="zh-CN"/>
              <a:t>interrupt coalescing</a:t>
            </a:r>
            <a:r>
              <a:rPr lang="en-US"/>
              <a:t> is cleared</a:t>
            </a:r>
            <a:endParaRPr lang="zh-CN">
              <a:latin typeface="Intel Clear Light"/>
              <a:cs typeface="Intel Clear Light"/>
            </a:endParaRPr>
          </a:p>
          <a:p>
            <a:pPr marL="0" indent="0">
              <a:buNone/>
            </a:pPr>
            <a:r>
              <a:rPr lang="en-US" altLang="zh-CN">
                <a:latin typeface="Intel Clear Light"/>
                <a:ea typeface="Intel Clear Light"/>
                <a:cs typeface="Intel Clear Light"/>
              </a:rPr>
              <a:t>2</a:t>
            </a:r>
            <a:r>
              <a:rPr lang="zh-CN">
                <a:latin typeface="Intel Clear Light"/>
                <a:cs typeface="Intel Clear Light"/>
              </a:rPr>
              <a:t>. </a:t>
            </a:r>
            <a:r>
              <a:rPr lang="en-US" altLang="zh-CN">
                <a:latin typeface="Intel Clear Light"/>
                <a:cs typeface="Intel Clear Light"/>
              </a:rPr>
              <a:t>run the checking logic in delayed work </a:t>
            </a:r>
          </a:p>
          <a:p>
            <a:pPr marL="0" indent="0">
              <a:buNone/>
            </a:pPr>
            <a:r>
              <a:rPr lang="en-US" altLang="zh-CN">
                <a:latin typeface="Intel Clear Light"/>
                <a:cs typeface="Intel Clear Light"/>
              </a:rPr>
              <a:t>    1) the default scheduled cycle is 1000ms and adaptive the threshold IOPS judgement according to the real time of each cycle</a:t>
            </a:r>
          </a:p>
          <a:p>
            <a:pPr marL="0" indent="0">
              <a:buNone/>
            </a:pPr>
            <a:r>
              <a:rPr lang="en-US" altLang="zh-CN">
                <a:latin typeface="Intel Clear Light"/>
                <a:cs typeface="Intel Clear Light"/>
              </a:rPr>
              <a:t>     2)</a:t>
            </a:r>
            <a:r>
              <a:rPr lang="zh-CN" altLang="en-US">
                <a:latin typeface="Intel Clear Light"/>
                <a:cs typeface="Intel Clear Light"/>
              </a:rPr>
              <a:t> </a:t>
            </a:r>
            <a:r>
              <a:rPr lang="en-US" altLang="zh-CN">
                <a:latin typeface="Intel Clear Light"/>
                <a:cs typeface="Intel Clear Light"/>
              </a:rPr>
              <a:t>delayed work scheduled on the last core of the specific NUMA which the </a:t>
            </a:r>
            <a:r>
              <a:rPr lang="en-US" altLang="zh-CN" err="1">
                <a:latin typeface="Intel Clear Light"/>
                <a:cs typeface="Intel Clear Light"/>
              </a:rPr>
              <a:t>NVMe</a:t>
            </a:r>
            <a:r>
              <a:rPr lang="en-US" altLang="zh-CN">
                <a:latin typeface="Intel Clear Light"/>
                <a:cs typeface="Intel Clear Light"/>
              </a:rPr>
              <a:t> device belong to</a:t>
            </a:r>
            <a:endParaRPr lang="zh-CN">
              <a:latin typeface="Intel Clear Light"/>
              <a:cs typeface="Intel Clear Light"/>
            </a:endParaRPr>
          </a:p>
          <a:p>
            <a:pPr marL="0" indent="0">
              <a:buNone/>
            </a:pPr>
            <a:r>
              <a:rPr lang="en-US" altLang="zh-CN">
                <a:latin typeface="Intel Clear Light"/>
                <a:ea typeface="Intel Clear Light"/>
                <a:cs typeface="Intel Clear Light"/>
              </a:rPr>
              <a:t>3</a:t>
            </a:r>
            <a:r>
              <a:rPr lang="zh-CN">
                <a:latin typeface="Intel Clear Light"/>
                <a:cs typeface="Intel Clear Light"/>
              </a:rPr>
              <a:t>. </a:t>
            </a:r>
            <a:r>
              <a:rPr lang="en-US" altLang="zh-CN">
                <a:latin typeface="Intel Clear Light"/>
                <a:cs typeface="Intel Clear Light"/>
              </a:rPr>
              <a:t> check whether the </a:t>
            </a:r>
            <a:r>
              <a:rPr lang="en-US" altLang="zh-CN" err="1">
                <a:latin typeface="Intel Clear Light"/>
                <a:cs typeface="Intel Clear Light"/>
              </a:rPr>
              <a:t>nvme</a:t>
            </a:r>
            <a:r>
              <a:rPr lang="en-US" altLang="zh-CN">
                <a:latin typeface="Intel Clear Light"/>
                <a:cs typeface="Intel Clear Light"/>
              </a:rPr>
              <a:t> device support interrupt coalescing or not during the initialization, if interrupt coalescing not supported, then not start the delayed work which used to do the check</a:t>
            </a:r>
            <a:endParaRPr lang="zh-CN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9A050-5ED3-1C8B-17EC-979C3A7E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Patch Major Points</a:t>
            </a:r>
          </a:p>
        </p:txBody>
      </p:sp>
    </p:spTree>
    <p:extLst>
      <p:ext uri="{BB962C8B-B14F-4D97-AF65-F5344CB8AC3E}">
        <p14:creationId xmlns:p14="http://schemas.microsoft.com/office/powerpoint/2010/main" val="263802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911A-1AD2-5A20-337D-A9A9EA82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62A836D6-FB22-29BE-4980-32EBA389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Installation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1D8E5-377C-9FC9-BDE8-0EBE635E7C85}"/>
              </a:ext>
            </a:extLst>
          </p:cNvPr>
          <p:cNvSpPr txBox="1"/>
          <p:nvPr/>
        </p:nvSpPr>
        <p:spPr>
          <a:xfrm>
            <a:off x="461173" y="873376"/>
            <a:ext cx="10972800" cy="39087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/>
              <a:t>Steps to install</a:t>
            </a:r>
          </a:p>
          <a:p>
            <a:pPr>
              <a:spcBef>
                <a:spcPts val="600"/>
              </a:spcBef>
            </a:pPr>
            <a:r>
              <a:rPr lang="en-US"/>
              <a:t>- git clone related Linux kernel source code</a:t>
            </a:r>
          </a:p>
          <a:p>
            <a:pPr>
              <a:spcBef>
                <a:spcPts val="600"/>
              </a:spcBef>
            </a:pPr>
            <a:r>
              <a:rPr lang="en-US"/>
              <a:t>- git apply the patch</a:t>
            </a:r>
          </a:p>
          <a:p>
            <a:pPr>
              <a:spcBef>
                <a:spcPts val="600"/>
              </a:spcBef>
            </a:pPr>
            <a:r>
              <a:rPr lang="en-US"/>
              <a:t>- compile Linux kernel</a:t>
            </a:r>
          </a:p>
          <a:p>
            <a:pPr>
              <a:spcBef>
                <a:spcPts val="600"/>
              </a:spcBef>
            </a:pPr>
            <a:r>
              <a:rPr lang="en-US"/>
              <a:t>- make install Linux kernel</a:t>
            </a:r>
          </a:p>
          <a:p>
            <a:pPr>
              <a:spcBef>
                <a:spcPts val="600"/>
              </a:spcBef>
            </a:pPr>
            <a:r>
              <a:rPr lang="en-US"/>
              <a:t>- reboot OS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/>
              <a:t>How to check if installed successfully</a:t>
            </a:r>
            <a:endParaRPr lang="en-US"/>
          </a:p>
          <a:p>
            <a:pPr>
              <a:spcBef>
                <a:spcPts val="600"/>
              </a:spcBef>
            </a:pPr>
            <a:r>
              <a:rPr lang="en-US">
                <a:highlight>
                  <a:srgbClr val="C0C0C0"/>
                </a:highlight>
              </a:rPr>
              <a:t>ls –l /sys/kernel/</a:t>
            </a:r>
            <a:r>
              <a:rPr lang="en-US" err="1">
                <a:highlight>
                  <a:srgbClr val="C0C0C0"/>
                </a:highlight>
              </a:rPr>
              <a:t>nvme</a:t>
            </a:r>
            <a:r>
              <a:rPr lang="en-US">
                <a:highlight>
                  <a:srgbClr val="C0C0C0"/>
                </a:highlight>
              </a:rPr>
              <a:t>/</a:t>
            </a:r>
          </a:p>
          <a:p>
            <a:pPr>
              <a:spcBef>
                <a:spcPts val="600"/>
              </a:spcBef>
            </a:pPr>
            <a:r>
              <a:rPr lang="en-US"/>
              <a:t>If the configurations exists in this folder, it means the patch has been successfully installed.</a:t>
            </a:r>
          </a:p>
          <a:p>
            <a:pPr>
              <a:spcBef>
                <a:spcPts val="600"/>
              </a:spcBef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86F30-A8AE-4473-6D60-4FCCD474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18" y="4506479"/>
            <a:ext cx="5662151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3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DAD1-812C-43B3-5882-FA76361B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45B421-D100-FE39-AA99-5D7175B0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Configuration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4CE436-C213-6349-8B9A-343E2D2C4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1312"/>
              </p:ext>
            </p:extLst>
          </p:nvPr>
        </p:nvGraphicFramePr>
        <p:xfrm>
          <a:off x="463296" y="1271817"/>
          <a:ext cx="11355078" cy="4830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33">
                  <a:extLst>
                    <a:ext uri="{9D8B030D-6E8A-4147-A177-3AD203B41FA5}">
                      <a16:colId xmlns:a16="http://schemas.microsoft.com/office/drawing/2014/main" val="1370449551"/>
                    </a:ext>
                  </a:extLst>
                </a:gridCol>
                <a:gridCol w="919618">
                  <a:extLst>
                    <a:ext uri="{9D8B030D-6E8A-4147-A177-3AD203B41FA5}">
                      <a16:colId xmlns:a16="http://schemas.microsoft.com/office/drawing/2014/main" val="856398622"/>
                    </a:ext>
                  </a:extLst>
                </a:gridCol>
                <a:gridCol w="8652727">
                  <a:extLst>
                    <a:ext uri="{9D8B030D-6E8A-4147-A177-3AD203B41FA5}">
                      <a16:colId xmlns:a16="http://schemas.microsoft.com/office/drawing/2014/main" val="2925618246"/>
                    </a:ext>
                  </a:extLst>
                </a:gridCol>
              </a:tblGrid>
              <a:tr h="4258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96549"/>
                  </a:ext>
                </a:extLst>
              </a:tr>
              <a:tr h="804946">
                <a:tc>
                  <a:txBody>
                    <a:bodyPr/>
                    <a:lstStyle/>
                    <a:p>
                      <a:r>
                        <a:rPr lang="en-US" err="1"/>
                        <a:t>coalesce_value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The coalesce value set to NVME SSD, similar to below command:</a:t>
                      </a:r>
                    </a:p>
                    <a:p>
                      <a:pPr algn="l"/>
                      <a:r>
                        <a:rPr lang="en-US" i="1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nvme</a:t>
                      </a:r>
                      <a:r>
                        <a:rPr lang="en-US" i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set-feature /dev/</a:t>
                      </a:r>
                      <a:r>
                        <a:rPr lang="en-US" i="1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nvme$i</a:t>
                      </a:r>
                      <a:r>
                        <a:rPr lang="en-US" i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-f 0x8 --value=266 -n 0</a:t>
                      </a:r>
                    </a:p>
                    <a:p>
                      <a:pPr algn="l"/>
                      <a:r>
                        <a:rPr lang="en-US"/>
                        <a:t>266 == 0x10a, that means timeout is set to 100us, coalesced request count is set to 0xa.</a:t>
                      </a:r>
                    </a:p>
                    <a:p>
                      <a:pPr algn="l"/>
                      <a:r>
                        <a:rPr lang="en-US"/>
                        <a:t>If want to set 0x109, just need to “echo 265 &gt; /sys/kernel/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/</a:t>
                      </a:r>
                      <a:r>
                        <a:rPr lang="en-US" err="1"/>
                        <a:t>coalesce_value</a:t>
                      </a:r>
                      <a:r>
                        <a:rPr lang="en-US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97516"/>
                  </a:ext>
                </a:extLst>
              </a:tr>
              <a:tr h="454969">
                <a:tc>
                  <a:txBody>
                    <a:bodyPr/>
                    <a:lstStyle/>
                    <a:p>
                      <a:r>
                        <a:rPr lang="en-US"/>
                        <a:t>disable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0: enable, to enable adaptive interrupt coalescing, “echo 0 &gt; /sys/kernel/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/disable”</a:t>
                      </a:r>
                    </a:p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 disable, to disable adaptive interrupt coalescing, “echo 1 &gt; /sys/kernel/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/disable”</a:t>
                      </a:r>
                      <a:r>
                        <a:rPr lang="zh-CN" altLang="en-US" dirty="0"/>
                        <a:t>， </a:t>
                      </a:r>
                      <a:r>
                        <a:rPr lang="en-US" altLang="zh-CN" dirty="0"/>
                        <a:t>this operation will clear the interrupt coalescing of each </a:t>
                      </a:r>
                      <a:r>
                        <a:rPr lang="en-US" altLang="zh-CN" dirty="0" err="1"/>
                        <a:t>NVMe</a:t>
                      </a:r>
                      <a:r>
                        <a:rPr lang="en-US" altLang="zh-CN"/>
                        <a:t> disk.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44676"/>
                  </a:ext>
                </a:extLst>
              </a:tr>
              <a:tr h="454969">
                <a:tc>
                  <a:txBody>
                    <a:bodyPr/>
                    <a:lstStyle/>
                    <a:p>
                      <a:r>
                        <a:rPr lang="en-US" err="1"/>
                        <a:t>hit_count_before_change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How many consecutive detection cycles of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device busy should be satisfied before changing coalescing status between coalescing and non-coalescing. See more description in  </a:t>
                      </a:r>
                      <a:r>
                        <a:rPr lang="en-US" err="1"/>
                        <a:t>high_io_delta</a:t>
                      </a:r>
                      <a:r>
                        <a:rPr lang="en-US"/>
                        <a:t> and </a:t>
                      </a:r>
                      <a:r>
                        <a:rPr lang="en-US" err="1"/>
                        <a:t>min_running_queues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654497"/>
                  </a:ext>
                </a:extLst>
              </a:tr>
              <a:tr h="454969">
                <a:tc>
                  <a:txBody>
                    <a:bodyPr/>
                    <a:lstStyle/>
                    <a:p>
                      <a:r>
                        <a:rPr lang="en-US" err="1"/>
                        <a:t>scan_interval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 the scheduled period of delayed work which used to do the checking and judgement, with unit in </a:t>
                      </a:r>
                      <a:r>
                        <a:rPr lang="en-US" err="1"/>
                        <a:t>ms.</a:t>
                      </a:r>
                      <a:r>
                        <a:rPr lang="en-US"/>
                        <a:t> When changing the </a:t>
                      </a:r>
                      <a:r>
                        <a:rPr lang="en-US" err="1"/>
                        <a:t>scan_interval</a:t>
                      </a:r>
                      <a:r>
                        <a:rPr lang="en-US"/>
                        <a:t>, the </a:t>
                      </a:r>
                      <a:r>
                        <a:rPr lang="en-US" err="1"/>
                        <a:t>high_io_delta</a:t>
                      </a:r>
                      <a:r>
                        <a:rPr lang="en-US"/>
                        <a:t> will automatically adjust the </a:t>
                      </a:r>
                      <a:r>
                        <a:rPr lang="en-US" err="1"/>
                        <a:t>high_io_delta</a:t>
                      </a:r>
                      <a:r>
                        <a:rPr lang="en-US"/>
                        <a:t> threshold according to this setting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72451"/>
                  </a:ext>
                </a:extLst>
              </a:tr>
              <a:tr h="804946">
                <a:tc>
                  <a:txBody>
                    <a:bodyPr/>
                    <a:lstStyle/>
                    <a:p>
                      <a:r>
                        <a:rPr lang="en-US" err="1"/>
                        <a:t>high_io_delta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 IOPS per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device which used to judge whether to set the interrupt coalescing. When IOPS reach or larger than this value and running IO queues larger than the </a:t>
                      </a:r>
                      <a:r>
                        <a:rPr lang="en-US" err="1"/>
                        <a:t>min_running_queues</a:t>
                      </a:r>
                      <a:r>
                        <a:rPr lang="en-US"/>
                        <a:t> value then mark the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device as busy for 1 time else then mark as non-busy for 1 time (will clear the other when 1 is matched). And when the busy time or non-busy time reach the above </a:t>
                      </a:r>
                      <a:r>
                        <a:rPr lang="en-US" err="1"/>
                        <a:t>hit_count_before_change</a:t>
                      </a:r>
                      <a:r>
                        <a:rPr lang="en-US"/>
                        <a:t> threshold will trigger the operation of setting or clearing the interrupt coalescing feature.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031980"/>
                  </a:ext>
                </a:extLst>
              </a:tr>
              <a:tr h="4549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min_running_queues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The min num of IO queues been used during each check cycle (see </a:t>
                      </a:r>
                      <a:r>
                        <a:rPr lang="en-US" err="1"/>
                        <a:t>scan_interval</a:t>
                      </a:r>
                      <a:r>
                        <a:rPr lang="en-US"/>
                        <a:t> above).  The running IO queues need to equal or larger than this value when want to set the interrupt coalescing.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576029"/>
                  </a:ext>
                </a:extLst>
              </a:tr>
              <a:tr h="425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check_interval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the IO interval to mark whether a specific IO queue of a specific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device is  been used or not.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8975"/>
                  </a:ext>
                </a:extLst>
              </a:tr>
              <a:tr h="454969">
                <a:tc>
                  <a:txBody>
                    <a:bodyPr/>
                    <a:lstStyle/>
                    <a:p>
                      <a:r>
                        <a:rPr lang="en-US" err="1"/>
                        <a:t>switch_cnt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Indicate how many time the status has switched between coalescing and non-coalescing. </a:t>
                      </a:r>
                    </a:p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echo 1 &gt; disable will reset this value to 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4158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517FCB-73C0-3D43-1D68-906D2B93F80A}"/>
              </a:ext>
            </a:extLst>
          </p:cNvPr>
          <p:cNvSpPr txBox="1"/>
          <p:nvPr/>
        </p:nvSpPr>
        <p:spPr>
          <a:xfrm>
            <a:off x="463296" y="849837"/>
            <a:ext cx="609447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configurations are located in /sys/kernel/</a:t>
            </a:r>
            <a:r>
              <a:rPr lang="en-US" err="1"/>
              <a:t>nvme</a:t>
            </a:r>
            <a:r>
              <a:rPr lang="en-US"/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CD8FD-F87C-FB45-E70E-CD359B73FB86}"/>
              </a:ext>
            </a:extLst>
          </p:cNvPr>
          <p:cNvSpPr txBox="1"/>
          <p:nvPr/>
        </p:nvSpPr>
        <p:spPr>
          <a:xfrm>
            <a:off x="3163914" y="595331"/>
            <a:ext cx="921105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800"/>
              <a:t>*Don't change the value before you really know what you are doing.</a:t>
            </a:r>
          </a:p>
        </p:txBody>
      </p:sp>
    </p:spTree>
    <p:extLst>
      <p:ext uri="{BB962C8B-B14F-4D97-AF65-F5344CB8AC3E}">
        <p14:creationId xmlns:p14="http://schemas.microsoft.com/office/powerpoint/2010/main" val="407213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1A6FB6-1CCC-BDA1-E42D-54031D1C151C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2295399968"/>
              </p:ext>
            </p:extLst>
          </p:nvPr>
        </p:nvGraphicFramePr>
        <p:xfrm>
          <a:off x="318976" y="1350173"/>
          <a:ext cx="11636376" cy="2153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810">
                  <a:extLst>
                    <a:ext uri="{9D8B030D-6E8A-4147-A177-3AD203B41FA5}">
                      <a16:colId xmlns:a16="http://schemas.microsoft.com/office/drawing/2014/main" val="1640776300"/>
                    </a:ext>
                  </a:extLst>
                </a:gridCol>
                <a:gridCol w="2903884">
                  <a:extLst>
                    <a:ext uri="{9D8B030D-6E8A-4147-A177-3AD203B41FA5}">
                      <a16:colId xmlns:a16="http://schemas.microsoft.com/office/drawing/2014/main" val="356149719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392172491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332243995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497872875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735533994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22947666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1722833390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696902906"/>
                    </a:ext>
                  </a:extLst>
                </a:gridCol>
                <a:gridCol w="836006">
                  <a:extLst>
                    <a:ext uri="{9D8B030D-6E8A-4147-A177-3AD203B41FA5}">
                      <a16:colId xmlns:a16="http://schemas.microsoft.com/office/drawing/2014/main" val="170133258"/>
                    </a:ext>
                  </a:extLst>
                </a:gridCol>
                <a:gridCol w="1117279">
                  <a:extLst>
                    <a:ext uri="{9D8B030D-6E8A-4147-A177-3AD203B41FA5}">
                      <a16:colId xmlns:a16="http://schemas.microsoft.com/office/drawing/2014/main" val="2195709938"/>
                    </a:ext>
                  </a:extLst>
                </a:gridCol>
                <a:gridCol w="1101654">
                  <a:extLst>
                    <a:ext uri="{9D8B030D-6E8A-4147-A177-3AD203B41FA5}">
                      <a16:colId xmlns:a16="http://schemas.microsoft.com/office/drawing/2014/main" val="3910489813"/>
                    </a:ext>
                  </a:extLst>
                </a:gridCol>
              </a:tblGrid>
              <a:tr h="15958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容量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规格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/Intel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endParaRPr lang="zh-CN" alt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随机读（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随机读（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k)(QD=32,job=1)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k)(QD=32,job=1)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随机混合读写（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k)(QD=16,job=1)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03836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r_99.9%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w_99.9%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2427224240"/>
                  </a:ext>
                </a:extLst>
              </a:tr>
              <a:tr h="159585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7680G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单盘规格</a:t>
                      </a:r>
                      <a:endParaRPr lang="zh-CN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85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85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160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2612731520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772744806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1586279834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kernel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96471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81.69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336.56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67928772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70.51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321.75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7957020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-3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140.75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60.03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70.66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334.25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16.02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0966571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轮平均值</a:t>
                      </a:r>
                      <a:endParaRPr lang="zh-CN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141.1666667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5.293333333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13.86666667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64.32666667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74.28666667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330.8533333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92760717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轮平均值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规格达成</a:t>
                      </a:r>
                      <a:endParaRPr lang="zh-CN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139.34%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118.91%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156.97%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148.76%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188.92%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144.23%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248.73%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282.69%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120.90%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2504.70%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966907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7337865-392F-D6C6-EEE7-0C7215B6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Patch with 16x UMIS UH812a PCIe Gen5 Reference Performance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251140-AA0D-6500-EEC5-2B203C2B0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54391"/>
              </p:ext>
            </p:extLst>
          </p:nvPr>
        </p:nvGraphicFramePr>
        <p:xfrm>
          <a:off x="300412" y="4060403"/>
          <a:ext cx="11653836" cy="1522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902">
                  <a:extLst>
                    <a:ext uri="{9D8B030D-6E8A-4147-A177-3AD203B41FA5}">
                      <a16:colId xmlns:a16="http://schemas.microsoft.com/office/drawing/2014/main" val="1288928377"/>
                    </a:ext>
                  </a:extLst>
                </a:gridCol>
                <a:gridCol w="2547573">
                  <a:extLst>
                    <a:ext uri="{9D8B030D-6E8A-4147-A177-3AD203B41FA5}">
                      <a16:colId xmlns:a16="http://schemas.microsoft.com/office/drawing/2014/main" val="2036823084"/>
                    </a:ext>
                  </a:extLst>
                </a:gridCol>
                <a:gridCol w="874352">
                  <a:extLst>
                    <a:ext uri="{9D8B030D-6E8A-4147-A177-3AD203B41FA5}">
                      <a16:colId xmlns:a16="http://schemas.microsoft.com/office/drawing/2014/main" val="905194409"/>
                    </a:ext>
                  </a:extLst>
                </a:gridCol>
                <a:gridCol w="874352">
                  <a:extLst>
                    <a:ext uri="{9D8B030D-6E8A-4147-A177-3AD203B41FA5}">
                      <a16:colId xmlns:a16="http://schemas.microsoft.com/office/drawing/2014/main" val="2812828821"/>
                    </a:ext>
                  </a:extLst>
                </a:gridCol>
                <a:gridCol w="811449">
                  <a:extLst>
                    <a:ext uri="{9D8B030D-6E8A-4147-A177-3AD203B41FA5}">
                      <a16:colId xmlns:a16="http://schemas.microsoft.com/office/drawing/2014/main" val="955731527"/>
                    </a:ext>
                  </a:extLst>
                </a:gridCol>
                <a:gridCol w="811449">
                  <a:extLst>
                    <a:ext uri="{9D8B030D-6E8A-4147-A177-3AD203B41FA5}">
                      <a16:colId xmlns:a16="http://schemas.microsoft.com/office/drawing/2014/main" val="3040276287"/>
                    </a:ext>
                  </a:extLst>
                </a:gridCol>
                <a:gridCol w="1352416">
                  <a:extLst>
                    <a:ext uri="{9D8B030D-6E8A-4147-A177-3AD203B41FA5}">
                      <a16:colId xmlns:a16="http://schemas.microsoft.com/office/drawing/2014/main" val="3773658073"/>
                    </a:ext>
                  </a:extLst>
                </a:gridCol>
                <a:gridCol w="1000158">
                  <a:extLst>
                    <a:ext uri="{9D8B030D-6E8A-4147-A177-3AD203B41FA5}">
                      <a16:colId xmlns:a16="http://schemas.microsoft.com/office/drawing/2014/main" val="2726056113"/>
                    </a:ext>
                  </a:extLst>
                </a:gridCol>
                <a:gridCol w="993868">
                  <a:extLst>
                    <a:ext uri="{9D8B030D-6E8A-4147-A177-3AD203B41FA5}">
                      <a16:colId xmlns:a16="http://schemas.microsoft.com/office/drawing/2014/main" val="1674292694"/>
                    </a:ext>
                  </a:extLst>
                </a:gridCol>
                <a:gridCol w="1031610">
                  <a:extLst>
                    <a:ext uri="{9D8B030D-6E8A-4147-A177-3AD203B41FA5}">
                      <a16:colId xmlns:a16="http://schemas.microsoft.com/office/drawing/2014/main" val="2956205650"/>
                    </a:ext>
                  </a:extLst>
                </a:gridCol>
                <a:gridCol w="968707">
                  <a:extLst>
                    <a:ext uri="{9D8B030D-6E8A-4147-A177-3AD203B41FA5}">
                      <a16:colId xmlns:a16="http://schemas.microsoft.com/office/drawing/2014/main" val="2416594178"/>
                    </a:ext>
                  </a:extLst>
                </a:gridCol>
              </a:tblGrid>
              <a:tr h="12732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容量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规格</a:t>
                      </a:r>
                      <a:r>
                        <a:rPr lang="en-US" altLang="zh-CN" sz="800" u="none" strike="noStrike">
                          <a:effectLst/>
                        </a:rPr>
                        <a:t>/Intel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</a:t>
                      </a:r>
                      <a:r>
                        <a:rPr lang="zh-CN" altLang="en-US" sz="800" u="none" strike="noStrike">
                          <a:effectLst/>
                        </a:rPr>
                        <a:t>场景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24550"/>
                  </a:ext>
                </a:extLst>
              </a:tr>
              <a:tr h="2387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顺序读（</a:t>
                      </a:r>
                      <a:r>
                        <a:rPr lang="en-US" altLang="zh-CN" sz="800" u="none" strike="noStrike">
                          <a:effectLst/>
                        </a:rPr>
                        <a:t>128</a:t>
                      </a:r>
                      <a:r>
                        <a:rPr lang="en-US" sz="800" u="none" strike="noStrike">
                          <a:effectLst/>
                        </a:rPr>
                        <a:t>k)-MB/s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顺序写（</a:t>
                      </a:r>
                      <a:r>
                        <a:rPr lang="en-US" altLang="zh-CN" sz="800" u="none" strike="noStrike">
                          <a:effectLst/>
                        </a:rPr>
                        <a:t>128</a:t>
                      </a:r>
                      <a:r>
                        <a:rPr lang="en-US" sz="800" u="none" strike="noStrike">
                          <a:effectLst/>
                        </a:rPr>
                        <a:t>k)-MB/s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随机读</a:t>
                      </a:r>
                      <a:r>
                        <a:rPr lang="en-US" sz="800" u="none" strike="noStrike">
                          <a:effectLst/>
                        </a:rPr>
                        <a:t>IOPS（4k)-k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随机写</a:t>
                      </a:r>
                      <a:r>
                        <a:rPr lang="en-US" sz="800" u="none" strike="noStrike">
                          <a:effectLst/>
                        </a:rPr>
                        <a:t>IOPS（4k)-k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随机混合读写</a:t>
                      </a:r>
                      <a:r>
                        <a:rPr lang="en-US" altLang="zh-CN" sz="800" u="none" strike="noStrike">
                          <a:effectLst/>
                        </a:rPr>
                        <a:t>IOPS</a:t>
                      </a:r>
                      <a:r>
                        <a:rPr lang="zh-CN" altLang="en-US" sz="800" u="none" strike="noStrike">
                          <a:effectLst/>
                        </a:rPr>
                        <a:t>（</a:t>
                      </a:r>
                      <a:r>
                        <a:rPr lang="en-US" altLang="zh-CN" sz="800" u="none" strike="noStrike">
                          <a:effectLst/>
                        </a:rPr>
                        <a:t>4k70</a:t>
                      </a:r>
                      <a:r>
                        <a:rPr lang="zh-CN" altLang="en-US" sz="800" u="none" strike="noStrike">
                          <a:effectLst/>
                        </a:rPr>
                        <a:t>读</a:t>
                      </a:r>
                      <a:r>
                        <a:rPr lang="en-US" altLang="zh-CN" sz="800" u="none" strike="noStrike">
                          <a:effectLst/>
                        </a:rPr>
                        <a:t>30</a:t>
                      </a:r>
                      <a:r>
                        <a:rPr lang="zh-CN" altLang="en-US" sz="800" u="none" strike="noStrike">
                          <a:effectLst/>
                        </a:rPr>
                        <a:t>写</a:t>
                      </a:r>
                      <a:r>
                        <a:rPr lang="en-US" altLang="zh-CN" sz="800" u="none" strike="noStrike">
                          <a:effectLst/>
                        </a:rPr>
                        <a:t>)-k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随机读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随机写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顺序读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顺序写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4190239758"/>
                  </a:ext>
                </a:extLst>
              </a:tr>
              <a:tr h="127326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7680G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单盘规格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14800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3100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59037962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盘规格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236800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6560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11136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1294059676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767057972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Kernel</a:t>
                      </a:r>
                      <a:endParaRPr lang="en-US" sz="8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976858"/>
                  </a:ext>
                </a:extLst>
              </a:tr>
              <a:tr h="486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55,108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7,691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19027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53.12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6.83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3700139311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55,118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9,037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21435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53.11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6.83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1763552754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55,112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9, 063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22130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53.10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6.83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4030340805"/>
                  </a:ext>
                </a:extLst>
              </a:tr>
              <a:tr h="813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zh-CN" altLang="en-US" sz="800" u="none" strike="noStrike">
                          <a:effectLst/>
                        </a:rPr>
                        <a:t>轮平均值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55,116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8,597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20864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53.11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6.83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5.63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728948026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zh-CN" altLang="en-US" sz="800" u="none" strike="noStrike">
                          <a:effectLst/>
                        </a:rPr>
                        <a:t>轮平均值</a:t>
                      </a:r>
                      <a:r>
                        <a:rPr lang="en-US" altLang="zh-CN" sz="800" u="none" strike="noStrike">
                          <a:effectLst/>
                        </a:rPr>
                        <a:t>-</a:t>
                      </a:r>
                      <a:r>
                        <a:rPr lang="zh-CN" altLang="en-US" sz="800" u="none" strike="noStrike">
                          <a:effectLst/>
                        </a:rPr>
                        <a:t>规格达成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100.68%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106.00%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111.2%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131.05%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187.36%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103.56%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159.57%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117.13%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159.86%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36543629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E484A7-F766-1A4D-F5E5-B390C1B04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324194"/>
              </p:ext>
            </p:extLst>
          </p:nvPr>
        </p:nvGraphicFramePr>
        <p:xfrm>
          <a:off x="318975" y="3630315"/>
          <a:ext cx="11636375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6375">
                  <a:extLst>
                    <a:ext uri="{9D8B030D-6E8A-4147-A177-3AD203B41FA5}">
                      <a16:colId xmlns:a16="http://schemas.microsoft.com/office/drawing/2014/main" val="140849153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测试</a:t>
                      </a:r>
                      <a:r>
                        <a:rPr lang="en-US" sz="1100" u="none" strike="noStrike">
                          <a:effectLst/>
                        </a:rPr>
                        <a:t>FW</a:t>
                      </a:r>
                      <a:r>
                        <a:rPr lang="zh-CN" altLang="en-US" sz="1100" u="none" strike="noStrike">
                          <a:effectLst/>
                        </a:rPr>
                        <a:t>版本：</a:t>
                      </a:r>
                      <a:r>
                        <a:rPr lang="en-US" altLang="zh-CN" sz="1100" u="none" strike="noStrike">
                          <a:effectLst/>
                        </a:rPr>
                        <a:t>1092 (UMIS </a:t>
                      </a:r>
                      <a:r>
                        <a:rPr lang="zh-CN" altLang="en-US" sz="1100" u="none" strike="noStrike">
                          <a:effectLst/>
                        </a:rPr>
                        <a:t>最近更新的版本，解决</a:t>
                      </a:r>
                      <a:r>
                        <a:rPr lang="en-US" altLang="zh-CN" sz="1100" u="none" strike="noStrike">
                          <a:effectLst/>
                        </a:rPr>
                        <a:t>IO</a:t>
                      </a:r>
                      <a:r>
                        <a:rPr lang="zh-CN" altLang="en-US" sz="1100" u="none" strike="noStrike">
                          <a:effectLst/>
                        </a:rPr>
                        <a:t>运行过程中配置聚合概率不生效问题</a:t>
                      </a:r>
                      <a:r>
                        <a:rPr lang="en-US" altLang="zh-CN" sz="1100" u="none" strike="noStrike">
                          <a:effectLst/>
                        </a:rPr>
                        <a:t>), </a:t>
                      </a:r>
                      <a:r>
                        <a:rPr lang="en-US" sz="1100" u="none" strike="noStrike">
                          <a:effectLst/>
                        </a:rPr>
                        <a:t>FIO: thread=0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38511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r>
                        <a:rPr lang="zh-CN" altLang="en-US" sz="1100" u="none" strike="noStrike">
                          <a:effectLst/>
                        </a:rPr>
                        <a:t>路 </a:t>
                      </a:r>
                      <a:r>
                        <a:rPr lang="en-US" sz="1100" u="none" strike="noStrike">
                          <a:effectLst/>
                        </a:rPr>
                        <a:t>GNR-SP 64C, HT on, Kernel: 6.6 + </a:t>
                      </a:r>
                      <a:r>
                        <a:rPr lang="zh-CN" altLang="en-US" sz="1100" u="none" strike="noStrike">
                          <a:effectLst/>
                        </a:rPr>
                        <a:t>自适应中断聚合</a:t>
                      </a:r>
                      <a:r>
                        <a:rPr lang="en-US" sz="1100" u="none" strike="noStrike">
                          <a:effectLst/>
                        </a:rPr>
                        <a:t>Patch, FIO </a:t>
                      </a:r>
                      <a:r>
                        <a:rPr lang="zh-CN" altLang="en-US" sz="1100" u="none" strike="noStrike">
                          <a:effectLst/>
                        </a:rPr>
                        <a:t>配合</a:t>
                      </a:r>
                      <a:r>
                        <a:rPr lang="en-US" sz="1100" u="none" strike="noStrike" err="1">
                          <a:effectLst/>
                        </a:rPr>
                        <a:t>numactrl</a:t>
                      </a:r>
                      <a:r>
                        <a:rPr lang="en-US" sz="1100" u="none" strike="noStrike">
                          <a:effectLst/>
                        </a:rPr>
                        <a:t> --</a:t>
                      </a:r>
                      <a:r>
                        <a:rPr lang="en-US" sz="1100" u="none" strike="noStrike" err="1">
                          <a:effectLst/>
                        </a:rPr>
                        <a:t>localalloc</a:t>
                      </a:r>
                      <a:r>
                        <a:rPr lang="en-US" sz="1100" u="none" strike="noStrike">
                          <a:effectLst/>
                        </a:rPr>
                        <a:t> + </a:t>
                      </a:r>
                      <a:r>
                        <a:rPr lang="zh-CN" altLang="en-US" sz="1100" u="none" strike="noStrike">
                          <a:effectLst/>
                        </a:rPr>
                        <a:t>绑核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FIO </a:t>
                      </a:r>
                      <a:r>
                        <a:rPr lang="en-US" sz="1100" u="none" strike="noStrike" err="1">
                          <a:effectLst/>
                        </a:rPr>
                        <a:t>cpus_allowed</a:t>
                      </a:r>
                      <a:r>
                        <a:rPr lang="zh-CN" altLang="en-US" sz="1100" u="none" strike="noStrike">
                          <a:effectLst/>
                        </a:rPr>
                        <a:t>参数）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49978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53E5F-82C7-47B1-8958-FDB9D7082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870923"/>
              </p:ext>
            </p:extLst>
          </p:nvPr>
        </p:nvGraphicFramePr>
        <p:xfrm>
          <a:off x="309142" y="5762107"/>
          <a:ext cx="11636375" cy="35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3937">
                  <a:extLst>
                    <a:ext uri="{9D8B030D-6E8A-4147-A177-3AD203B41FA5}">
                      <a16:colId xmlns:a16="http://schemas.microsoft.com/office/drawing/2014/main" val="2568114012"/>
                    </a:ext>
                  </a:extLst>
                </a:gridCol>
                <a:gridCol w="7252438">
                  <a:extLst>
                    <a:ext uri="{9D8B030D-6E8A-4147-A177-3AD203B41FA5}">
                      <a16:colId xmlns:a16="http://schemas.microsoft.com/office/drawing/2014/main" val="3166626462"/>
                    </a:ext>
                  </a:extLst>
                </a:gridCol>
              </a:tblGrid>
              <a:tr h="167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测试</a:t>
                      </a:r>
                      <a:r>
                        <a:rPr lang="en-US" sz="1100" u="none" strike="noStrike">
                          <a:effectLst/>
                        </a:rPr>
                        <a:t>FW</a:t>
                      </a:r>
                      <a:r>
                        <a:rPr lang="zh-CN" altLang="en-US" sz="1100" u="none" strike="noStrike">
                          <a:effectLst/>
                        </a:rPr>
                        <a:t>版本：</a:t>
                      </a:r>
                      <a:r>
                        <a:rPr lang="en-US" altLang="zh-CN" sz="1100" u="none" strike="noStrike">
                          <a:effectLst/>
                        </a:rPr>
                        <a:t>1092 </a:t>
                      </a:r>
                      <a:r>
                        <a:rPr lang="zh-CN" altLang="en-US" sz="1100" u="none" strike="noStrike">
                          <a:effectLst/>
                        </a:rPr>
                        <a:t>（</a:t>
                      </a:r>
                      <a:r>
                        <a:rPr lang="en-US" altLang="zh-CN" sz="1100" u="none" strike="noStrike">
                          <a:effectLst/>
                        </a:rPr>
                        <a:t>UMIS</a:t>
                      </a:r>
                      <a:r>
                        <a:rPr lang="zh-CN" altLang="en-US" sz="1100" u="none" strike="noStrike">
                          <a:effectLst/>
                        </a:rPr>
                        <a:t>最近更新的版本）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每个盘片绑八个核，不跨</a:t>
                      </a:r>
                      <a:r>
                        <a:rPr lang="en-US" altLang="zh-CN" sz="1100" u="none" strike="noStrike">
                          <a:effectLst/>
                        </a:rPr>
                        <a:t>node</a:t>
                      </a:r>
                      <a:r>
                        <a:rPr lang="zh-CN" altLang="en-US" sz="1100" u="none" strike="noStrike">
                          <a:effectLst/>
                        </a:rPr>
                        <a:t>绑核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altLang="zh-CN" sz="1100" u="none" strike="noStrike" err="1">
                          <a:effectLst/>
                        </a:rPr>
                        <a:t>numactl</a:t>
                      </a:r>
                      <a:r>
                        <a:rPr lang="en-US" altLang="zh-CN" sz="1100" u="none" strike="noStrike">
                          <a:effectLst/>
                        </a:rPr>
                        <a:t> --</a:t>
                      </a:r>
                      <a:r>
                        <a:rPr lang="en-US" altLang="zh-CN" sz="1100" u="none" strike="noStrike" err="1">
                          <a:effectLst/>
                        </a:rPr>
                        <a:t>localalloc</a:t>
                      </a:r>
                      <a:r>
                        <a:rPr lang="en-US" altLang="zh-CN" sz="1100" u="none" strike="noStrike">
                          <a:effectLst/>
                        </a:rPr>
                        <a:t>)</a:t>
                      </a:r>
                      <a:r>
                        <a:rPr lang="zh-CN" altLang="en-US" sz="1100" u="none" strike="noStrike">
                          <a:effectLst/>
                        </a:rPr>
                        <a:t>，</a:t>
                      </a:r>
                      <a:r>
                        <a:rPr lang="en-US" altLang="zh-CN" sz="1100" u="none" strike="noStrike">
                          <a:effectLst/>
                        </a:rPr>
                        <a:t>thread=1</a:t>
                      </a:r>
                      <a:r>
                        <a:rPr lang="zh-CN" altLang="en-US" sz="1100" u="none" strike="noStrike">
                          <a:effectLst/>
                        </a:rPr>
                        <a:t>，测试前先跑</a:t>
                      </a: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r>
                        <a:rPr lang="zh-CN" altLang="en-US" sz="1100" u="none" strike="noStrike">
                          <a:effectLst/>
                        </a:rPr>
                        <a:t>遍</a:t>
                      </a:r>
                      <a:r>
                        <a:rPr lang="en-US" altLang="zh-CN" sz="1100" u="none" strike="noStrike">
                          <a:effectLst/>
                        </a:rPr>
                        <a:t>4K</a:t>
                      </a:r>
                      <a:r>
                        <a:rPr lang="zh-CN" altLang="en-US" sz="1100" u="none" strike="noStrike">
                          <a:effectLst/>
                        </a:rPr>
                        <a:t>随机写数据预埋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2993752"/>
                  </a:ext>
                </a:extLst>
              </a:tr>
              <a:tr h="12551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r>
                        <a:rPr lang="zh-CN" altLang="en-US" sz="1100" u="none" strike="noStrike">
                          <a:effectLst/>
                        </a:rPr>
                        <a:t>路 </a:t>
                      </a:r>
                      <a:r>
                        <a:rPr lang="en-US" sz="1100" u="none" strike="noStrike">
                          <a:effectLst/>
                        </a:rPr>
                        <a:t>GNR-SP 64C, HT on, Kernel: 6.6 + </a:t>
                      </a:r>
                      <a:r>
                        <a:rPr lang="zh-CN" altLang="en-US" sz="1100" u="none" strike="noStrike">
                          <a:effectLst/>
                        </a:rPr>
                        <a:t>自适应中断聚合</a:t>
                      </a:r>
                      <a:r>
                        <a:rPr lang="en-US" sz="1100" u="none" strike="noStrike">
                          <a:effectLst/>
                        </a:rPr>
                        <a:t>Patch, FIO </a:t>
                      </a:r>
                      <a:r>
                        <a:rPr lang="zh-CN" altLang="en-US" sz="1100" u="none" strike="noStrike">
                          <a:effectLst/>
                        </a:rPr>
                        <a:t>配合</a:t>
                      </a:r>
                      <a:r>
                        <a:rPr lang="en-US" sz="1100" u="none" strike="noStrike" err="1">
                          <a:effectLst/>
                        </a:rPr>
                        <a:t>numactrl</a:t>
                      </a:r>
                      <a:r>
                        <a:rPr lang="en-US" sz="1100" u="none" strike="noStrike">
                          <a:effectLst/>
                        </a:rPr>
                        <a:t> --</a:t>
                      </a:r>
                      <a:r>
                        <a:rPr lang="en-US" sz="1100" u="none" strike="noStrike" err="1">
                          <a:effectLst/>
                        </a:rPr>
                        <a:t>localalloc</a:t>
                      </a:r>
                      <a:r>
                        <a:rPr lang="en-US" sz="1100" u="none" strike="noStrike">
                          <a:effectLst/>
                        </a:rPr>
                        <a:t> + </a:t>
                      </a:r>
                      <a:r>
                        <a:rPr lang="zh-CN" altLang="en-US" sz="1100" u="none" strike="noStrike">
                          <a:effectLst/>
                        </a:rPr>
                        <a:t>绑核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FIO </a:t>
                      </a:r>
                      <a:r>
                        <a:rPr lang="en-US" sz="1100" u="none" strike="noStrike" err="1">
                          <a:effectLst/>
                        </a:rPr>
                        <a:t>cpus_allowed</a:t>
                      </a:r>
                      <a:r>
                        <a:rPr lang="zh-CN" altLang="en-US" sz="1100" u="none" strike="noStrike">
                          <a:effectLst/>
                        </a:rPr>
                        <a:t>参数）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9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33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8ACD-D66C-409E-3172-C9390DA7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D414B7D7-EE45-C8AF-D4A9-7F936222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423DC-F15A-D033-06DF-A5482AA38BEE}"/>
              </a:ext>
            </a:extLst>
          </p:cNvPr>
          <p:cNvSpPr txBox="1"/>
          <p:nvPr/>
        </p:nvSpPr>
        <p:spPr>
          <a:xfrm>
            <a:off x="461173" y="873376"/>
            <a:ext cx="10972800" cy="2462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b="1"/>
              <a:t>1. Adaptive Interrupt Coalescing Benefits: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Maintains high IOPS for heavy workloads. e.g. 4k-randread IOPS promoted to SSD’s claimed performance data with proper number of CPU core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/>
              <a:t>used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Ensures low latency for light workloads. e.g. 4k-read and 4k-write, same as without this patch</a:t>
            </a:r>
            <a:endParaRPr lang="en-US" b="1"/>
          </a:p>
          <a:p>
            <a:pPr>
              <a:spcBef>
                <a:spcPts val="600"/>
              </a:spcBef>
            </a:pPr>
            <a:r>
              <a:rPr lang="en-US" b="1"/>
              <a:t>2. Workload agnostic: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Workloads are agnostic to adaptive interrupt coalescing mechanisms in the kernel.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Tools like </a:t>
            </a:r>
            <a:r>
              <a:rPr lang="en-US" err="1"/>
              <a:t>htop</a:t>
            </a:r>
            <a:r>
              <a:rPr lang="en-US"/>
              <a:t> and perf top indicate minimal kernel overhead.</a:t>
            </a:r>
          </a:p>
          <a:p>
            <a:pPr>
              <a:spcBef>
                <a:spcPts val="6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E099-4EE1-3D4E-2647-41FA5AB4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B35BE315-8B06-811D-8FC4-573386D2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altLang="zh-CN"/>
              <a:t>Next </a:t>
            </a:r>
            <a:r>
              <a:rPr lang="en-US" altLang="zh-CN" err="1"/>
              <a:t>Setp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CADC9-3C48-C584-3C0A-873B8FDFBD4C}"/>
              </a:ext>
            </a:extLst>
          </p:cNvPr>
          <p:cNvSpPr txBox="1"/>
          <p:nvPr/>
        </p:nvSpPr>
        <p:spPr>
          <a:xfrm>
            <a:off x="461173" y="873376"/>
            <a:ext cx="10972800" cy="7232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b="1"/>
              <a:t>Do more test and target for upstream</a:t>
            </a:r>
            <a:endParaRPr lang="en-US"/>
          </a:p>
          <a:p>
            <a:pPr>
              <a:spcBef>
                <a:spcPts val="6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_Intel_Internal _PPT_Template_Final.potx" id="{E08DCBD5-58A4-4BC9-A0AA-8BABD4644A4C}" vid="{0CB0A326-D1BD-4569-864D-FE062184CD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bc6c04-a6f3-4b85-abcc-278c78dc556b" xsi:nil="true"/>
    <lcf76f155ced4ddcb4097134ff3c332f xmlns="d663d400-de7e-4c65-84e2-f5aef1ddeb4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EFE3660778F49ABC787D8E63A7E74" ma:contentTypeVersion="19" ma:contentTypeDescription="Create a new document." ma:contentTypeScope="" ma:versionID="23ab3ce3275577e7aec3106bba34bc5f">
  <xsd:schema xmlns:xsd="http://www.w3.org/2001/XMLSchema" xmlns:xs="http://www.w3.org/2001/XMLSchema" xmlns:p="http://schemas.microsoft.com/office/2006/metadata/properties" xmlns:ns2="d663d400-de7e-4c65-84e2-f5aef1ddeb42" xmlns:ns3="6d27fd1e-b386-49cf-8f7a-eba7ff0cda99" xmlns:ns4="a7bc6c04-a6f3-4b85-abcc-278c78dc556b" targetNamespace="http://schemas.microsoft.com/office/2006/metadata/properties" ma:root="true" ma:fieldsID="9ae9255c84c2285d6f4035b1ba3ea859" ns2:_="" ns3:_="" ns4:_="">
    <xsd:import namespace="d663d400-de7e-4c65-84e2-f5aef1ddeb42"/>
    <xsd:import namespace="6d27fd1e-b386-49cf-8f7a-eba7ff0cda99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3d400-de7e-4c65-84e2-f5aef1ddeb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27fd1e-b386-49cf-8f7a-eba7ff0cda9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0aa87da-bbc0-4d90-9244-016a541be9b6}" ma:internalName="TaxCatchAll" ma:showField="CatchAllData" ma:web="6d27fd1e-b386-49cf-8f7a-eba7ff0cd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2C986C-B5EE-4C4C-AD37-9C752ACD3E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512134-1A3A-46FD-82C8-60758B1A9656}">
  <ds:schemaRefs>
    <ds:schemaRef ds:uri="6d27fd1e-b386-49cf-8f7a-eba7ff0cda99"/>
    <ds:schemaRef ds:uri="a7bc6c04-a6f3-4b85-abcc-278c78dc556b"/>
    <ds:schemaRef ds:uri="d663d400-de7e-4c65-84e2-f5aef1ddeb4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B70FAF-952A-4AE1-B8D8-554D39DBCEEB}">
  <ds:schemaRefs>
    <ds:schemaRef ds:uri="6d27fd1e-b386-49cf-8f7a-eba7ff0cda99"/>
    <ds:schemaRef ds:uri="a7bc6c04-a6f3-4b85-abcc-278c78dc556b"/>
    <ds:schemaRef ds:uri="d663d400-de7e-4c65-84e2-f5aef1ddeb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1926</Words>
  <Application>Microsoft Office PowerPoint</Application>
  <PresentationFormat>Widescreen</PresentationFormat>
  <Paragraphs>345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Helvetica Neue</vt:lpstr>
      <vt:lpstr>Helvetica Neue Medium</vt:lpstr>
      <vt:lpstr>Inter</vt:lpstr>
      <vt:lpstr>Arial</vt:lpstr>
      <vt:lpstr>Calibri</vt:lpstr>
      <vt:lpstr>Courier New</vt:lpstr>
      <vt:lpstr>Helvetica</vt:lpstr>
      <vt:lpstr>Intel Clear</vt:lpstr>
      <vt:lpstr>Intel Clear Light</vt:lpstr>
      <vt:lpstr>IntelOne Display AR Regular</vt:lpstr>
      <vt:lpstr>Verdana</vt:lpstr>
      <vt:lpstr>Wingdings</vt:lpstr>
      <vt:lpstr>21_BasicWhite</vt:lpstr>
      <vt:lpstr> Adaptive interrupt coalescing patch for NVMe SSD   DCAI PRC Xeon SW Customer Engineering, Dec Zeng Jun; Fang Liang  </vt:lpstr>
      <vt:lpstr>What is Adaptive Interrupt Coalescing</vt:lpstr>
      <vt:lpstr>How the patch works in Heavy WL</vt:lpstr>
      <vt:lpstr>How the patch works in Light WL</vt:lpstr>
      <vt:lpstr>Patches Readiness</vt:lpstr>
      <vt:lpstr>Patch Major Points</vt:lpstr>
      <vt:lpstr>Installation</vt:lpstr>
      <vt:lpstr>Configuration</vt:lpstr>
      <vt:lpstr>Patch with 16x UMIS UH812a PCIe Gen5 Reference Performance Data</vt:lpstr>
      <vt:lpstr>Summary</vt:lpstr>
      <vt:lpstr>Next Setp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Storage &amp; Azure Compute Early EMR Performance   MTC - Mihir/Priyanka/Nisha  Data Credits – Abraham/Dheeraj</dc:title>
  <dc:creator>Ganesh, Priyanka</dc:creator>
  <cp:lastModifiedBy>Zeng, Jun1</cp:lastModifiedBy>
  <cp:revision>1</cp:revision>
  <dcterms:created xsi:type="dcterms:W3CDTF">2023-07-10T16:43:16Z</dcterms:created>
  <dcterms:modified xsi:type="dcterms:W3CDTF">2025-12-16T06:40:59Z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0x0101007A4EFE3660778F49ABC787D8E63A7E74</vt:lpwstr>
  </property>
  <property fmtid="{D5CDD505-2E9C-101B-9397-08002B2CF9AE}" pid="3" name="MediaServiceImageTags">
    <vt:lpwstr/>
  </property>
</Properties>
</file>